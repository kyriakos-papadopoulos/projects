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88" r:id="rId1"/>
  </p:sldMasterIdLst>
  <p:notesMasterIdLst>
    <p:notesMasterId r:id="rId18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1" r:id="rId17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9"/>
    <p:restoredTop sz="94694"/>
  </p:normalViewPr>
  <p:slideViewPr>
    <p:cSldViewPr snapToGrid="0">
      <p:cViewPr varScale="1">
        <p:scale>
          <a:sx n="132" d="100"/>
          <a:sy n="132" d="100"/>
        </p:scale>
        <p:origin x="10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81A5D4E-CB04-4CB3-9373-22AC72181DD7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91735A2-71E6-49C7-8538-05297E0A5AC9}">
      <dgm:prSet/>
      <dgm:spPr/>
      <dgm:t>
        <a:bodyPr/>
        <a:lstStyle/>
        <a:p>
          <a:r>
            <a:rPr lang="en-US" b="0" i="0">
              <a:latin typeface="Abadi MT Condensed Light" panose="020B0306030101010103" pitchFamily="34" charset="77"/>
            </a:rPr>
            <a:t>Project Objectives</a:t>
          </a:r>
          <a:endParaRPr lang="en-US" b="0" i="0" dirty="0">
            <a:latin typeface="Abadi MT Condensed Light" panose="020B0306030101010103" pitchFamily="34" charset="77"/>
          </a:endParaRPr>
        </a:p>
      </dgm:t>
    </dgm:pt>
    <dgm:pt modelId="{084A2F92-2B36-4D83-AD12-B146AC58D9F0}" type="parTrans" cxnId="{1C828E88-CBC6-44A3-B82B-C1F533E9D1B7}">
      <dgm:prSet/>
      <dgm:spPr/>
      <dgm:t>
        <a:bodyPr/>
        <a:lstStyle/>
        <a:p>
          <a:endParaRPr lang="en-US"/>
        </a:p>
      </dgm:t>
    </dgm:pt>
    <dgm:pt modelId="{E6440F30-FC3C-4F9F-8EAE-C2ADEF8D8BAB}" type="sibTrans" cxnId="{1C828E88-CBC6-44A3-B82B-C1F533E9D1B7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19AA761B-A48F-4B10-91BA-82CBD16BCE17}">
      <dgm:prSet/>
      <dgm:spPr/>
      <dgm:t>
        <a:bodyPr/>
        <a:lstStyle/>
        <a:p>
          <a:r>
            <a:rPr lang="en-US" b="0" i="0">
              <a:latin typeface="Abadi MT Condensed Light" panose="020B0306030101010103" pitchFamily="34" charset="77"/>
            </a:rPr>
            <a:t>Data Overview</a:t>
          </a:r>
        </a:p>
      </dgm:t>
    </dgm:pt>
    <dgm:pt modelId="{C5CECAF1-D7AF-4692-8BF4-926CE32BC162}" type="parTrans" cxnId="{7D79F28C-D0A7-45F6-AD77-897E89CE88E3}">
      <dgm:prSet/>
      <dgm:spPr/>
      <dgm:t>
        <a:bodyPr/>
        <a:lstStyle/>
        <a:p>
          <a:endParaRPr lang="en-US"/>
        </a:p>
      </dgm:t>
    </dgm:pt>
    <dgm:pt modelId="{013CAB24-739C-4D10-B188-C7FB44466EC0}" type="sibTrans" cxnId="{7D79F28C-D0A7-45F6-AD77-897E89CE88E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37ED25C1-5920-42FA-8BD6-A2CB2DB64E40}">
      <dgm:prSet/>
      <dgm:spPr/>
      <dgm:t>
        <a:bodyPr/>
        <a:lstStyle/>
        <a:p>
          <a:r>
            <a:rPr lang="en-US" b="0" i="0">
              <a:latin typeface="Abadi MT Condensed Light" panose="020B0306030101010103" pitchFamily="34" charset="77"/>
            </a:rPr>
            <a:t>Exploratory Data Analysis (EDA)</a:t>
          </a:r>
        </a:p>
      </dgm:t>
    </dgm:pt>
    <dgm:pt modelId="{5C16D5DC-A9C8-44E1-BB5F-056A22CD3779}" type="parTrans" cxnId="{56D64FCF-656F-4A68-89DC-A87B54795142}">
      <dgm:prSet/>
      <dgm:spPr/>
      <dgm:t>
        <a:bodyPr/>
        <a:lstStyle/>
        <a:p>
          <a:endParaRPr lang="en-US"/>
        </a:p>
      </dgm:t>
    </dgm:pt>
    <dgm:pt modelId="{289AC5AB-DB74-427C-B028-316418AA1D7F}" type="sibTrans" cxnId="{56D64FCF-656F-4A68-89DC-A87B54795142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5D47A7F-1E63-474C-89AE-BA35C95C0E90}">
      <dgm:prSet/>
      <dgm:spPr/>
      <dgm:t>
        <a:bodyPr/>
        <a:lstStyle/>
        <a:p>
          <a:r>
            <a:rPr lang="en-US" b="0" i="0">
              <a:latin typeface="Abadi MT Condensed Light" panose="020B0306030101010103" pitchFamily="34" charset="77"/>
            </a:rPr>
            <a:t>Modeling Approach</a:t>
          </a:r>
        </a:p>
      </dgm:t>
    </dgm:pt>
    <dgm:pt modelId="{490491CC-4A7E-42DB-A260-23D173D1F463}" type="parTrans" cxnId="{7B10086A-9BFE-40A2-AE98-760F2EEAC57E}">
      <dgm:prSet/>
      <dgm:spPr/>
      <dgm:t>
        <a:bodyPr/>
        <a:lstStyle/>
        <a:p>
          <a:endParaRPr lang="en-US"/>
        </a:p>
      </dgm:t>
    </dgm:pt>
    <dgm:pt modelId="{91486119-3A2A-4B75-9DF8-9675BFAE6394}" type="sibTrans" cxnId="{7B10086A-9BFE-40A2-AE98-760F2EEAC57E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87836AD2-FDBE-4166-9995-47F8B58A49C0}">
      <dgm:prSet/>
      <dgm:spPr/>
      <dgm:t>
        <a:bodyPr/>
        <a:lstStyle/>
        <a:p>
          <a:r>
            <a:rPr lang="en-US" b="0" i="0">
              <a:latin typeface="Abadi MT Condensed Light" panose="020B0306030101010103" pitchFamily="34" charset="77"/>
            </a:rPr>
            <a:t>Results and Findings</a:t>
          </a:r>
        </a:p>
      </dgm:t>
    </dgm:pt>
    <dgm:pt modelId="{1DC1B405-C282-4670-BCDD-0C2E7FF86297}" type="parTrans" cxnId="{2116498B-FFEB-4B20-8DA3-1715F20AF9E3}">
      <dgm:prSet/>
      <dgm:spPr/>
      <dgm:t>
        <a:bodyPr/>
        <a:lstStyle/>
        <a:p>
          <a:endParaRPr lang="en-US"/>
        </a:p>
      </dgm:t>
    </dgm:pt>
    <dgm:pt modelId="{5D13A712-9528-47D7-BA14-18F4A6E507A1}" type="sibTrans" cxnId="{2116498B-FFEB-4B20-8DA3-1715F20AF9E3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AA68ECA9-F938-4D9A-9979-AA4264F77AB1}">
      <dgm:prSet/>
      <dgm:spPr/>
      <dgm:t>
        <a:bodyPr/>
        <a:lstStyle/>
        <a:p>
          <a:r>
            <a:rPr lang="en-US" b="0" i="0">
              <a:latin typeface="Abadi MT Condensed Light" panose="020B0306030101010103" pitchFamily="34" charset="77"/>
            </a:rPr>
            <a:t>Model Interpretablitity</a:t>
          </a:r>
        </a:p>
      </dgm:t>
    </dgm:pt>
    <dgm:pt modelId="{FB4B181E-9D42-4BD4-9C7E-49A41262D76D}" type="parTrans" cxnId="{12021DFC-20D2-4CED-915E-34ABC38F421A}">
      <dgm:prSet/>
      <dgm:spPr/>
      <dgm:t>
        <a:bodyPr/>
        <a:lstStyle/>
        <a:p>
          <a:endParaRPr lang="en-US"/>
        </a:p>
      </dgm:t>
    </dgm:pt>
    <dgm:pt modelId="{45209DFD-5C0C-49D4-A00A-A42B8C8F09CA}" type="sibTrans" cxnId="{12021DFC-20D2-4CED-915E-34ABC38F421A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92464303-D6A6-4888-99EA-51123363A625}">
      <dgm:prSet/>
      <dgm:spPr/>
      <dgm:t>
        <a:bodyPr/>
        <a:lstStyle/>
        <a:p>
          <a:r>
            <a:rPr lang="en-GB" b="0" i="0">
              <a:latin typeface="Abadi MT Condensed Light" panose="020B0306030101010103" pitchFamily="34" charset="77"/>
            </a:rPr>
            <a:t>C</a:t>
          </a:r>
          <a:r>
            <a:rPr lang="en-US" b="0" i="0">
              <a:latin typeface="Abadi MT Condensed Light" panose="020B0306030101010103" pitchFamily="34" charset="77"/>
            </a:rPr>
            <a:t>hallenges and Limitations</a:t>
          </a:r>
        </a:p>
      </dgm:t>
    </dgm:pt>
    <dgm:pt modelId="{B7F9C96F-CA72-4E93-9843-ADB0B585FBFF}" type="parTrans" cxnId="{520E7973-3722-40AE-8B27-FDE73388FEA5}">
      <dgm:prSet/>
      <dgm:spPr/>
      <dgm:t>
        <a:bodyPr/>
        <a:lstStyle/>
        <a:p>
          <a:endParaRPr lang="en-US"/>
        </a:p>
      </dgm:t>
    </dgm:pt>
    <dgm:pt modelId="{C8E5ACAB-C218-4F3F-B12E-AE306ECD8C57}" type="sibTrans" cxnId="{520E7973-3722-40AE-8B27-FDE73388FEA5}">
      <dgm:prSet/>
      <dgm:spPr/>
      <dgm:t>
        <a:bodyPr/>
        <a:lstStyle/>
        <a:p>
          <a:endParaRPr lang="en-US">
            <a:solidFill>
              <a:schemeClr val="tx1"/>
            </a:solidFill>
          </a:endParaRPr>
        </a:p>
      </dgm:t>
    </dgm:pt>
    <dgm:pt modelId="{02E82400-5274-414A-AC01-38FFDB24A4CC}">
      <dgm:prSet/>
      <dgm:spPr/>
      <dgm:t>
        <a:bodyPr/>
        <a:lstStyle/>
        <a:p>
          <a:r>
            <a:rPr lang="en-US" b="0" i="0">
              <a:latin typeface="Abadi MT Condensed Light" panose="020B0306030101010103" pitchFamily="34" charset="77"/>
            </a:rPr>
            <a:t>Conclusions</a:t>
          </a:r>
          <a:endParaRPr lang="en-US" b="0" i="0" dirty="0">
            <a:latin typeface="Abadi MT Condensed Light" panose="020B0306030101010103" pitchFamily="34" charset="77"/>
          </a:endParaRPr>
        </a:p>
      </dgm:t>
    </dgm:pt>
    <dgm:pt modelId="{849A1FE1-3814-4743-83FC-A08DA8399439}" type="parTrans" cxnId="{FF5873BE-BC97-492A-9F16-1EA604CAB0BB}">
      <dgm:prSet/>
      <dgm:spPr/>
      <dgm:t>
        <a:bodyPr/>
        <a:lstStyle/>
        <a:p>
          <a:endParaRPr lang="en-US"/>
        </a:p>
      </dgm:t>
    </dgm:pt>
    <dgm:pt modelId="{1BE89B48-C9BF-4E1C-877E-6403C2764B44}" type="sibTrans" cxnId="{FF5873BE-BC97-492A-9F16-1EA604CAB0BB}">
      <dgm:prSet/>
      <dgm:spPr/>
      <dgm:t>
        <a:bodyPr/>
        <a:lstStyle/>
        <a:p>
          <a:endParaRPr lang="en-US"/>
        </a:p>
      </dgm:t>
    </dgm:pt>
    <dgm:pt modelId="{04577C14-B7C3-3042-B5A6-54530CE3EAC1}" type="pres">
      <dgm:prSet presAssocID="{E81A5D4E-CB04-4CB3-9373-22AC72181DD7}" presName="Name0" presStyleCnt="0">
        <dgm:presLayoutVars>
          <dgm:dir/>
          <dgm:resizeHandles val="exact"/>
        </dgm:presLayoutVars>
      </dgm:prSet>
      <dgm:spPr/>
    </dgm:pt>
    <dgm:pt modelId="{8424964A-3D7F-334C-8C0C-E987A0E1DA6F}" type="pres">
      <dgm:prSet presAssocID="{B91735A2-71E6-49C7-8538-05297E0A5AC9}" presName="node" presStyleLbl="node1" presStyleIdx="0" presStyleCnt="8">
        <dgm:presLayoutVars>
          <dgm:bulletEnabled val="1"/>
        </dgm:presLayoutVars>
      </dgm:prSet>
      <dgm:spPr/>
    </dgm:pt>
    <dgm:pt modelId="{FF44A332-84CD-7148-BDCC-4EB48818DF66}" type="pres">
      <dgm:prSet presAssocID="{E6440F30-FC3C-4F9F-8EAE-C2ADEF8D8BAB}" presName="sibTrans" presStyleLbl="sibTrans1D1" presStyleIdx="0" presStyleCnt="7"/>
      <dgm:spPr/>
    </dgm:pt>
    <dgm:pt modelId="{DCC23C7E-99B6-4748-B38E-BE9D31A6B866}" type="pres">
      <dgm:prSet presAssocID="{E6440F30-FC3C-4F9F-8EAE-C2ADEF8D8BAB}" presName="connectorText" presStyleLbl="sibTrans1D1" presStyleIdx="0" presStyleCnt="7"/>
      <dgm:spPr/>
    </dgm:pt>
    <dgm:pt modelId="{9162889B-4D76-FD43-AA7A-D2D5E3E3DAED}" type="pres">
      <dgm:prSet presAssocID="{19AA761B-A48F-4B10-91BA-82CBD16BCE17}" presName="node" presStyleLbl="node1" presStyleIdx="1" presStyleCnt="8">
        <dgm:presLayoutVars>
          <dgm:bulletEnabled val="1"/>
        </dgm:presLayoutVars>
      </dgm:prSet>
      <dgm:spPr/>
    </dgm:pt>
    <dgm:pt modelId="{CBF3B745-9179-1741-90D5-F912D3958871}" type="pres">
      <dgm:prSet presAssocID="{013CAB24-739C-4D10-B188-C7FB44466EC0}" presName="sibTrans" presStyleLbl="sibTrans1D1" presStyleIdx="1" presStyleCnt="7"/>
      <dgm:spPr/>
    </dgm:pt>
    <dgm:pt modelId="{63A838EF-C3EA-7F4D-8C82-D78B4C183374}" type="pres">
      <dgm:prSet presAssocID="{013CAB24-739C-4D10-B188-C7FB44466EC0}" presName="connectorText" presStyleLbl="sibTrans1D1" presStyleIdx="1" presStyleCnt="7"/>
      <dgm:spPr/>
    </dgm:pt>
    <dgm:pt modelId="{288BC130-388E-D84A-8A23-04807E207D68}" type="pres">
      <dgm:prSet presAssocID="{37ED25C1-5920-42FA-8BD6-A2CB2DB64E40}" presName="node" presStyleLbl="node1" presStyleIdx="2" presStyleCnt="8">
        <dgm:presLayoutVars>
          <dgm:bulletEnabled val="1"/>
        </dgm:presLayoutVars>
      </dgm:prSet>
      <dgm:spPr/>
    </dgm:pt>
    <dgm:pt modelId="{B0D1DA22-6C48-B44D-862F-792D60675755}" type="pres">
      <dgm:prSet presAssocID="{289AC5AB-DB74-427C-B028-316418AA1D7F}" presName="sibTrans" presStyleLbl="sibTrans1D1" presStyleIdx="2" presStyleCnt="7"/>
      <dgm:spPr/>
    </dgm:pt>
    <dgm:pt modelId="{E13A2D94-8F8E-D243-AF97-A46064EAF355}" type="pres">
      <dgm:prSet presAssocID="{289AC5AB-DB74-427C-B028-316418AA1D7F}" presName="connectorText" presStyleLbl="sibTrans1D1" presStyleIdx="2" presStyleCnt="7"/>
      <dgm:spPr/>
    </dgm:pt>
    <dgm:pt modelId="{B28F4D42-96EA-4D41-8B02-515959B13E91}" type="pres">
      <dgm:prSet presAssocID="{05D47A7F-1E63-474C-89AE-BA35C95C0E90}" presName="node" presStyleLbl="node1" presStyleIdx="3" presStyleCnt="8">
        <dgm:presLayoutVars>
          <dgm:bulletEnabled val="1"/>
        </dgm:presLayoutVars>
      </dgm:prSet>
      <dgm:spPr/>
    </dgm:pt>
    <dgm:pt modelId="{98C17830-14D7-1D4E-9091-56E25D673750}" type="pres">
      <dgm:prSet presAssocID="{91486119-3A2A-4B75-9DF8-9675BFAE6394}" presName="sibTrans" presStyleLbl="sibTrans1D1" presStyleIdx="3" presStyleCnt="7"/>
      <dgm:spPr/>
    </dgm:pt>
    <dgm:pt modelId="{666B5C6E-5EB4-F742-AA29-32EEBFE1717A}" type="pres">
      <dgm:prSet presAssocID="{91486119-3A2A-4B75-9DF8-9675BFAE6394}" presName="connectorText" presStyleLbl="sibTrans1D1" presStyleIdx="3" presStyleCnt="7"/>
      <dgm:spPr/>
    </dgm:pt>
    <dgm:pt modelId="{C1DE6FBB-DDDF-B246-A75F-5B9988F84D3E}" type="pres">
      <dgm:prSet presAssocID="{87836AD2-FDBE-4166-9995-47F8B58A49C0}" presName="node" presStyleLbl="node1" presStyleIdx="4" presStyleCnt="8">
        <dgm:presLayoutVars>
          <dgm:bulletEnabled val="1"/>
        </dgm:presLayoutVars>
      </dgm:prSet>
      <dgm:spPr/>
    </dgm:pt>
    <dgm:pt modelId="{48C941E2-D1F7-6641-AFF7-F8F2F9A1EFF1}" type="pres">
      <dgm:prSet presAssocID="{5D13A712-9528-47D7-BA14-18F4A6E507A1}" presName="sibTrans" presStyleLbl="sibTrans1D1" presStyleIdx="4" presStyleCnt="7"/>
      <dgm:spPr/>
    </dgm:pt>
    <dgm:pt modelId="{E86EBC7E-5833-2E45-8B0E-494C17B4B6F3}" type="pres">
      <dgm:prSet presAssocID="{5D13A712-9528-47D7-BA14-18F4A6E507A1}" presName="connectorText" presStyleLbl="sibTrans1D1" presStyleIdx="4" presStyleCnt="7"/>
      <dgm:spPr/>
    </dgm:pt>
    <dgm:pt modelId="{514459F5-240D-D540-8930-5E6D463B6417}" type="pres">
      <dgm:prSet presAssocID="{AA68ECA9-F938-4D9A-9979-AA4264F77AB1}" presName="node" presStyleLbl="node1" presStyleIdx="5" presStyleCnt="8">
        <dgm:presLayoutVars>
          <dgm:bulletEnabled val="1"/>
        </dgm:presLayoutVars>
      </dgm:prSet>
      <dgm:spPr/>
    </dgm:pt>
    <dgm:pt modelId="{B996C708-0D66-1748-8762-E231F1F3E079}" type="pres">
      <dgm:prSet presAssocID="{45209DFD-5C0C-49D4-A00A-A42B8C8F09CA}" presName="sibTrans" presStyleLbl="sibTrans1D1" presStyleIdx="5" presStyleCnt="7"/>
      <dgm:spPr/>
    </dgm:pt>
    <dgm:pt modelId="{5B72E44E-CA37-834A-9D5C-AE9125C1BB54}" type="pres">
      <dgm:prSet presAssocID="{45209DFD-5C0C-49D4-A00A-A42B8C8F09CA}" presName="connectorText" presStyleLbl="sibTrans1D1" presStyleIdx="5" presStyleCnt="7"/>
      <dgm:spPr/>
    </dgm:pt>
    <dgm:pt modelId="{FC58CCF7-A35D-2D45-B0CD-0E1A347279E3}" type="pres">
      <dgm:prSet presAssocID="{92464303-D6A6-4888-99EA-51123363A625}" presName="node" presStyleLbl="node1" presStyleIdx="6" presStyleCnt="8">
        <dgm:presLayoutVars>
          <dgm:bulletEnabled val="1"/>
        </dgm:presLayoutVars>
      </dgm:prSet>
      <dgm:spPr/>
    </dgm:pt>
    <dgm:pt modelId="{B909B8B5-DE67-9540-A4DC-45A67760A5D3}" type="pres">
      <dgm:prSet presAssocID="{C8E5ACAB-C218-4F3F-B12E-AE306ECD8C57}" presName="sibTrans" presStyleLbl="sibTrans1D1" presStyleIdx="6" presStyleCnt="7"/>
      <dgm:spPr/>
    </dgm:pt>
    <dgm:pt modelId="{5FDE9221-3889-BA40-AD8A-182B012323F4}" type="pres">
      <dgm:prSet presAssocID="{C8E5ACAB-C218-4F3F-B12E-AE306ECD8C57}" presName="connectorText" presStyleLbl="sibTrans1D1" presStyleIdx="6" presStyleCnt="7"/>
      <dgm:spPr/>
    </dgm:pt>
    <dgm:pt modelId="{0D2AF4D7-882F-4C47-86CD-8C4D0A67FE4F}" type="pres">
      <dgm:prSet presAssocID="{02E82400-5274-414A-AC01-38FFDB24A4CC}" presName="node" presStyleLbl="node1" presStyleIdx="7" presStyleCnt="8">
        <dgm:presLayoutVars>
          <dgm:bulletEnabled val="1"/>
        </dgm:presLayoutVars>
      </dgm:prSet>
      <dgm:spPr/>
    </dgm:pt>
  </dgm:ptLst>
  <dgm:cxnLst>
    <dgm:cxn modelId="{5F96D800-54C8-1E43-B11B-0B480CA1311E}" type="presOf" srcId="{E6440F30-FC3C-4F9F-8EAE-C2ADEF8D8BAB}" destId="{DCC23C7E-99B6-4748-B38E-BE9D31A6B866}" srcOrd="1" destOrd="0" presId="urn:microsoft.com/office/officeart/2016/7/layout/RepeatingBendingProcessNew"/>
    <dgm:cxn modelId="{C7A0AA18-45E7-D246-B1DC-E16A5DA78C06}" type="presOf" srcId="{5D13A712-9528-47D7-BA14-18F4A6E507A1}" destId="{48C941E2-D1F7-6641-AFF7-F8F2F9A1EFF1}" srcOrd="0" destOrd="0" presId="urn:microsoft.com/office/officeart/2016/7/layout/RepeatingBendingProcessNew"/>
    <dgm:cxn modelId="{5BFE211A-2C11-4741-8451-CAE06804AB6E}" type="presOf" srcId="{91486119-3A2A-4B75-9DF8-9675BFAE6394}" destId="{666B5C6E-5EB4-F742-AA29-32EEBFE1717A}" srcOrd="1" destOrd="0" presId="urn:microsoft.com/office/officeart/2016/7/layout/RepeatingBendingProcessNew"/>
    <dgm:cxn modelId="{BB32841E-2C1E-F642-AC78-E03A5D129913}" type="presOf" srcId="{E6440F30-FC3C-4F9F-8EAE-C2ADEF8D8BAB}" destId="{FF44A332-84CD-7148-BDCC-4EB48818DF66}" srcOrd="0" destOrd="0" presId="urn:microsoft.com/office/officeart/2016/7/layout/RepeatingBendingProcessNew"/>
    <dgm:cxn modelId="{23524120-A73A-3644-9893-26C0A2C73B36}" type="presOf" srcId="{19AA761B-A48F-4B10-91BA-82CBD16BCE17}" destId="{9162889B-4D76-FD43-AA7A-D2D5E3E3DAED}" srcOrd="0" destOrd="0" presId="urn:microsoft.com/office/officeart/2016/7/layout/RepeatingBendingProcessNew"/>
    <dgm:cxn modelId="{DC226A2E-0B99-2C4F-91DA-158CB30A7D18}" type="presOf" srcId="{37ED25C1-5920-42FA-8BD6-A2CB2DB64E40}" destId="{288BC130-388E-D84A-8A23-04807E207D68}" srcOrd="0" destOrd="0" presId="urn:microsoft.com/office/officeart/2016/7/layout/RepeatingBendingProcessNew"/>
    <dgm:cxn modelId="{30CF993B-62B1-8542-862F-92C6452A05CA}" type="presOf" srcId="{92464303-D6A6-4888-99EA-51123363A625}" destId="{FC58CCF7-A35D-2D45-B0CD-0E1A347279E3}" srcOrd="0" destOrd="0" presId="urn:microsoft.com/office/officeart/2016/7/layout/RepeatingBendingProcessNew"/>
    <dgm:cxn modelId="{2672BB4C-817E-EA48-8BE1-3520D6AD2CDF}" type="presOf" srcId="{013CAB24-739C-4D10-B188-C7FB44466EC0}" destId="{CBF3B745-9179-1741-90D5-F912D3958871}" srcOrd="0" destOrd="0" presId="urn:microsoft.com/office/officeart/2016/7/layout/RepeatingBendingProcessNew"/>
    <dgm:cxn modelId="{A92BCD50-BB74-CD4E-B4FE-180829AB1384}" type="presOf" srcId="{E81A5D4E-CB04-4CB3-9373-22AC72181DD7}" destId="{04577C14-B7C3-3042-B5A6-54530CE3EAC1}" srcOrd="0" destOrd="0" presId="urn:microsoft.com/office/officeart/2016/7/layout/RepeatingBendingProcessNew"/>
    <dgm:cxn modelId="{8699F156-05AE-B145-9B30-7986BE0ACE5F}" type="presOf" srcId="{013CAB24-739C-4D10-B188-C7FB44466EC0}" destId="{63A838EF-C3EA-7F4D-8C82-D78B4C183374}" srcOrd="1" destOrd="0" presId="urn:microsoft.com/office/officeart/2016/7/layout/RepeatingBendingProcessNew"/>
    <dgm:cxn modelId="{7B10086A-9BFE-40A2-AE98-760F2EEAC57E}" srcId="{E81A5D4E-CB04-4CB3-9373-22AC72181DD7}" destId="{05D47A7F-1E63-474C-89AE-BA35C95C0E90}" srcOrd="3" destOrd="0" parTransId="{490491CC-4A7E-42DB-A260-23D173D1F463}" sibTransId="{91486119-3A2A-4B75-9DF8-9675BFAE6394}"/>
    <dgm:cxn modelId="{520E7973-3722-40AE-8B27-FDE73388FEA5}" srcId="{E81A5D4E-CB04-4CB3-9373-22AC72181DD7}" destId="{92464303-D6A6-4888-99EA-51123363A625}" srcOrd="6" destOrd="0" parTransId="{B7F9C96F-CA72-4E93-9843-ADB0B585FBFF}" sibTransId="{C8E5ACAB-C218-4F3F-B12E-AE306ECD8C57}"/>
    <dgm:cxn modelId="{AEDFBE79-FD8A-1047-B256-39E204C64EBD}" type="presOf" srcId="{289AC5AB-DB74-427C-B028-316418AA1D7F}" destId="{E13A2D94-8F8E-D243-AF97-A46064EAF355}" srcOrd="1" destOrd="0" presId="urn:microsoft.com/office/officeart/2016/7/layout/RepeatingBendingProcessNew"/>
    <dgm:cxn modelId="{10417584-8B13-A846-9C0F-BD656F8D91CB}" type="presOf" srcId="{87836AD2-FDBE-4166-9995-47F8B58A49C0}" destId="{C1DE6FBB-DDDF-B246-A75F-5B9988F84D3E}" srcOrd="0" destOrd="0" presId="urn:microsoft.com/office/officeart/2016/7/layout/RepeatingBendingProcessNew"/>
    <dgm:cxn modelId="{1C828E88-CBC6-44A3-B82B-C1F533E9D1B7}" srcId="{E81A5D4E-CB04-4CB3-9373-22AC72181DD7}" destId="{B91735A2-71E6-49C7-8538-05297E0A5AC9}" srcOrd="0" destOrd="0" parTransId="{084A2F92-2B36-4D83-AD12-B146AC58D9F0}" sibTransId="{E6440F30-FC3C-4F9F-8EAE-C2ADEF8D8BAB}"/>
    <dgm:cxn modelId="{2116498B-FFEB-4B20-8DA3-1715F20AF9E3}" srcId="{E81A5D4E-CB04-4CB3-9373-22AC72181DD7}" destId="{87836AD2-FDBE-4166-9995-47F8B58A49C0}" srcOrd="4" destOrd="0" parTransId="{1DC1B405-C282-4670-BCDD-0C2E7FF86297}" sibTransId="{5D13A712-9528-47D7-BA14-18F4A6E507A1}"/>
    <dgm:cxn modelId="{7D79F28C-D0A7-45F6-AD77-897E89CE88E3}" srcId="{E81A5D4E-CB04-4CB3-9373-22AC72181DD7}" destId="{19AA761B-A48F-4B10-91BA-82CBD16BCE17}" srcOrd="1" destOrd="0" parTransId="{C5CECAF1-D7AF-4692-8BF4-926CE32BC162}" sibTransId="{013CAB24-739C-4D10-B188-C7FB44466EC0}"/>
    <dgm:cxn modelId="{D9DCD28F-E1B1-8246-8CDE-1268D48BA019}" type="presOf" srcId="{C8E5ACAB-C218-4F3F-B12E-AE306ECD8C57}" destId="{5FDE9221-3889-BA40-AD8A-182B012323F4}" srcOrd="1" destOrd="0" presId="urn:microsoft.com/office/officeart/2016/7/layout/RepeatingBendingProcessNew"/>
    <dgm:cxn modelId="{9515769A-A348-5943-8BC0-20F17528029A}" type="presOf" srcId="{289AC5AB-DB74-427C-B028-316418AA1D7F}" destId="{B0D1DA22-6C48-B44D-862F-792D60675755}" srcOrd="0" destOrd="0" presId="urn:microsoft.com/office/officeart/2016/7/layout/RepeatingBendingProcessNew"/>
    <dgm:cxn modelId="{FF5873BE-BC97-492A-9F16-1EA604CAB0BB}" srcId="{E81A5D4E-CB04-4CB3-9373-22AC72181DD7}" destId="{02E82400-5274-414A-AC01-38FFDB24A4CC}" srcOrd="7" destOrd="0" parTransId="{849A1FE1-3814-4743-83FC-A08DA8399439}" sibTransId="{1BE89B48-C9BF-4E1C-877E-6403C2764B44}"/>
    <dgm:cxn modelId="{0685BCC4-E467-0347-8F09-2DC659063E7E}" type="presOf" srcId="{C8E5ACAB-C218-4F3F-B12E-AE306ECD8C57}" destId="{B909B8B5-DE67-9540-A4DC-45A67760A5D3}" srcOrd="0" destOrd="0" presId="urn:microsoft.com/office/officeart/2016/7/layout/RepeatingBendingProcessNew"/>
    <dgm:cxn modelId="{56D64FCF-656F-4A68-89DC-A87B54795142}" srcId="{E81A5D4E-CB04-4CB3-9373-22AC72181DD7}" destId="{37ED25C1-5920-42FA-8BD6-A2CB2DB64E40}" srcOrd="2" destOrd="0" parTransId="{5C16D5DC-A9C8-44E1-BB5F-056A22CD3779}" sibTransId="{289AC5AB-DB74-427C-B028-316418AA1D7F}"/>
    <dgm:cxn modelId="{70631BD8-945B-7147-A924-BAF45810B214}" type="presOf" srcId="{91486119-3A2A-4B75-9DF8-9675BFAE6394}" destId="{98C17830-14D7-1D4E-9091-56E25D673750}" srcOrd="0" destOrd="0" presId="urn:microsoft.com/office/officeart/2016/7/layout/RepeatingBendingProcessNew"/>
    <dgm:cxn modelId="{7D121AE8-A5B2-DD48-B05C-E61D14378DA6}" type="presOf" srcId="{05D47A7F-1E63-474C-89AE-BA35C95C0E90}" destId="{B28F4D42-96EA-4D41-8B02-515959B13E91}" srcOrd="0" destOrd="0" presId="urn:microsoft.com/office/officeart/2016/7/layout/RepeatingBendingProcessNew"/>
    <dgm:cxn modelId="{0CE3A1E8-2078-E447-BEED-6F8E88611630}" type="presOf" srcId="{5D13A712-9528-47D7-BA14-18F4A6E507A1}" destId="{E86EBC7E-5833-2E45-8B0E-494C17B4B6F3}" srcOrd="1" destOrd="0" presId="urn:microsoft.com/office/officeart/2016/7/layout/RepeatingBendingProcessNew"/>
    <dgm:cxn modelId="{23C8C8F4-5F9A-A646-88A6-1024E513894E}" type="presOf" srcId="{B91735A2-71E6-49C7-8538-05297E0A5AC9}" destId="{8424964A-3D7F-334C-8C0C-E987A0E1DA6F}" srcOrd="0" destOrd="0" presId="urn:microsoft.com/office/officeart/2016/7/layout/RepeatingBendingProcessNew"/>
    <dgm:cxn modelId="{062CECF9-4781-8942-B3FE-A9AF1C1B14D0}" type="presOf" srcId="{AA68ECA9-F938-4D9A-9979-AA4264F77AB1}" destId="{514459F5-240D-D540-8930-5E6D463B6417}" srcOrd="0" destOrd="0" presId="urn:microsoft.com/office/officeart/2016/7/layout/RepeatingBendingProcessNew"/>
    <dgm:cxn modelId="{047E97FB-FE86-8B41-9111-670D0B31DA1A}" type="presOf" srcId="{45209DFD-5C0C-49D4-A00A-A42B8C8F09CA}" destId="{5B72E44E-CA37-834A-9D5C-AE9125C1BB54}" srcOrd="1" destOrd="0" presId="urn:microsoft.com/office/officeart/2016/7/layout/RepeatingBendingProcessNew"/>
    <dgm:cxn modelId="{12021DFC-20D2-4CED-915E-34ABC38F421A}" srcId="{E81A5D4E-CB04-4CB3-9373-22AC72181DD7}" destId="{AA68ECA9-F938-4D9A-9979-AA4264F77AB1}" srcOrd="5" destOrd="0" parTransId="{FB4B181E-9D42-4BD4-9C7E-49A41262D76D}" sibTransId="{45209DFD-5C0C-49D4-A00A-A42B8C8F09CA}"/>
    <dgm:cxn modelId="{5086D1FD-A8CF-154D-90B1-8319B177FC33}" type="presOf" srcId="{45209DFD-5C0C-49D4-A00A-A42B8C8F09CA}" destId="{B996C708-0D66-1748-8762-E231F1F3E079}" srcOrd="0" destOrd="0" presId="urn:microsoft.com/office/officeart/2016/7/layout/RepeatingBendingProcessNew"/>
    <dgm:cxn modelId="{C61DAAFE-38CD-C542-A530-05F5C7111091}" type="presOf" srcId="{02E82400-5274-414A-AC01-38FFDB24A4CC}" destId="{0D2AF4D7-882F-4C47-86CD-8C4D0A67FE4F}" srcOrd="0" destOrd="0" presId="urn:microsoft.com/office/officeart/2016/7/layout/RepeatingBendingProcessNew"/>
    <dgm:cxn modelId="{503CF384-1DCB-FE4E-AD03-DED293B06381}" type="presParOf" srcId="{04577C14-B7C3-3042-B5A6-54530CE3EAC1}" destId="{8424964A-3D7F-334C-8C0C-E987A0E1DA6F}" srcOrd="0" destOrd="0" presId="urn:microsoft.com/office/officeart/2016/7/layout/RepeatingBendingProcessNew"/>
    <dgm:cxn modelId="{797966BE-5229-C344-B3D8-CB078597B2AE}" type="presParOf" srcId="{04577C14-B7C3-3042-B5A6-54530CE3EAC1}" destId="{FF44A332-84CD-7148-BDCC-4EB48818DF66}" srcOrd="1" destOrd="0" presId="urn:microsoft.com/office/officeart/2016/7/layout/RepeatingBendingProcessNew"/>
    <dgm:cxn modelId="{8B95468E-43DC-8F49-980D-DDEBADAD6CF7}" type="presParOf" srcId="{FF44A332-84CD-7148-BDCC-4EB48818DF66}" destId="{DCC23C7E-99B6-4748-B38E-BE9D31A6B866}" srcOrd="0" destOrd="0" presId="urn:microsoft.com/office/officeart/2016/7/layout/RepeatingBendingProcessNew"/>
    <dgm:cxn modelId="{093A4620-B9AA-634E-AADC-69C05F37017D}" type="presParOf" srcId="{04577C14-B7C3-3042-B5A6-54530CE3EAC1}" destId="{9162889B-4D76-FD43-AA7A-D2D5E3E3DAED}" srcOrd="2" destOrd="0" presId="urn:microsoft.com/office/officeart/2016/7/layout/RepeatingBendingProcessNew"/>
    <dgm:cxn modelId="{0FE185BD-6438-8F4C-97BD-EE4A89A469CB}" type="presParOf" srcId="{04577C14-B7C3-3042-B5A6-54530CE3EAC1}" destId="{CBF3B745-9179-1741-90D5-F912D3958871}" srcOrd="3" destOrd="0" presId="urn:microsoft.com/office/officeart/2016/7/layout/RepeatingBendingProcessNew"/>
    <dgm:cxn modelId="{BD671B47-A6B3-B34D-8FF0-74AFD8492530}" type="presParOf" srcId="{CBF3B745-9179-1741-90D5-F912D3958871}" destId="{63A838EF-C3EA-7F4D-8C82-D78B4C183374}" srcOrd="0" destOrd="0" presId="urn:microsoft.com/office/officeart/2016/7/layout/RepeatingBendingProcessNew"/>
    <dgm:cxn modelId="{79787B3D-EBDD-B948-ACA3-E9B2AF92F813}" type="presParOf" srcId="{04577C14-B7C3-3042-B5A6-54530CE3EAC1}" destId="{288BC130-388E-D84A-8A23-04807E207D68}" srcOrd="4" destOrd="0" presId="urn:microsoft.com/office/officeart/2016/7/layout/RepeatingBendingProcessNew"/>
    <dgm:cxn modelId="{E618DD48-ACBC-9143-ACC6-55E404D6F1D3}" type="presParOf" srcId="{04577C14-B7C3-3042-B5A6-54530CE3EAC1}" destId="{B0D1DA22-6C48-B44D-862F-792D60675755}" srcOrd="5" destOrd="0" presId="urn:microsoft.com/office/officeart/2016/7/layout/RepeatingBendingProcessNew"/>
    <dgm:cxn modelId="{E9027609-3979-DD49-87B7-B55A19F189E6}" type="presParOf" srcId="{B0D1DA22-6C48-B44D-862F-792D60675755}" destId="{E13A2D94-8F8E-D243-AF97-A46064EAF355}" srcOrd="0" destOrd="0" presId="urn:microsoft.com/office/officeart/2016/7/layout/RepeatingBendingProcessNew"/>
    <dgm:cxn modelId="{32A9A33E-6280-C54A-AFE0-8D9CAEEBEB8B}" type="presParOf" srcId="{04577C14-B7C3-3042-B5A6-54530CE3EAC1}" destId="{B28F4D42-96EA-4D41-8B02-515959B13E91}" srcOrd="6" destOrd="0" presId="urn:microsoft.com/office/officeart/2016/7/layout/RepeatingBendingProcessNew"/>
    <dgm:cxn modelId="{514E60E5-1125-334D-826C-FF12C1CCB0EE}" type="presParOf" srcId="{04577C14-B7C3-3042-B5A6-54530CE3EAC1}" destId="{98C17830-14D7-1D4E-9091-56E25D673750}" srcOrd="7" destOrd="0" presId="urn:microsoft.com/office/officeart/2016/7/layout/RepeatingBendingProcessNew"/>
    <dgm:cxn modelId="{9FDDEE7A-97DD-0C42-ACFB-189358869C04}" type="presParOf" srcId="{98C17830-14D7-1D4E-9091-56E25D673750}" destId="{666B5C6E-5EB4-F742-AA29-32EEBFE1717A}" srcOrd="0" destOrd="0" presId="urn:microsoft.com/office/officeart/2016/7/layout/RepeatingBendingProcessNew"/>
    <dgm:cxn modelId="{984D9CA5-A66F-B647-B945-44EA964C9DBD}" type="presParOf" srcId="{04577C14-B7C3-3042-B5A6-54530CE3EAC1}" destId="{C1DE6FBB-DDDF-B246-A75F-5B9988F84D3E}" srcOrd="8" destOrd="0" presId="urn:microsoft.com/office/officeart/2016/7/layout/RepeatingBendingProcessNew"/>
    <dgm:cxn modelId="{80C9F8F6-5812-A44D-AF7E-A106FD432D59}" type="presParOf" srcId="{04577C14-B7C3-3042-B5A6-54530CE3EAC1}" destId="{48C941E2-D1F7-6641-AFF7-F8F2F9A1EFF1}" srcOrd="9" destOrd="0" presId="urn:microsoft.com/office/officeart/2016/7/layout/RepeatingBendingProcessNew"/>
    <dgm:cxn modelId="{37EA574E-8441-FF4C-83F8-914C93647AFB}" type="presParOf" srcId="{48C941E2-D1F7-6641-AFF7-F8F2F9A1EFF1}" destId="{E86EBC7E-5833-2E45-8B0E-494C17B4B6F3}" srcOrd="0" destOrd="0" presId="urn:microsoft.com/office/officeart/2016/7/layout/RepeatingBendingProcessNew"/>
    <dgm:cxn modelId="{02E3E2EB-154E-AE45-A238-8E2BB5B52C83}" type="presParOf" srcId="{04577C14-B7C3-3042-B5A6-54530CE3EAC1}" destId="{514459F5-240D-D540-8930-5E6D463B6417}" srcOrd="10" destOrd="0" presId="urn:microsoft.com/office/officeart/2016/7/layout/RepeatingBendingProcessNew"/>
    <dgm:cxn modelId="{9352402C-8098-C14F-B675-901559B9FF86}" type="presParOf" srcId="{04577C14-B7C3-3042-B5A6-54530CE3EAC1}" destId="{B996C708-0D66-1748-8762-E231F1F3E079}" srcOrd="11" destOrd="0" presId="urn:microsoft.com/office/officeart/2016/7/layout/RepeatingBendingProcessNew"/>
    <dgm:cxn modelId="{8BD126F7-BC36-1B42-A44F-68766BF1F762}" type="presParOf" srcId="{B996C708-0D66-1748-8762-E231F1F3E079}" destId="{5B72E44E-CA37-834A-9D5C-AE9125C1BB54}" srcOrd="0" destOrd="0" presId="urn:microsoft.com/office/officeart/2016/7/layout/RepeatingBendingProcessNew"/>
    <dgm:cxn modelId="{7376F57B-6CE2-A54A-9441-5F61EC6C877C}" type="presParOf" srcId="{04577C14-B7C3-3042-B5A6-54530CE3EAC1}" destId="{FC58CCF7-A35D-2D45-B0CD-0E1A347279E3}" srcOrd="12" destOrd="0" presId="urn:microsoft.com/office/officeart/2016/7/layout/RepeatingBendingProcessNew"/>
    <dgm:cxn modelId="{B16F9F9F-BC01-3043-A8F9-59D17986DA34}" type="presParOf" srcId="{04577C14-B7C3-3042-B5A6-54530CE3EAC1}" destId="{B909B8B5-DE67-9540-A4DC-45A67760A5D3}" srcOrd="13" destOrd="0" presId="urn:microsoft.com/office/officeart/2016/7/layout/RepeatingBendingProcessNew"/>
    <dgm:cxn modelId="{907B8766-58C2-2444-B429-68CFF6A737CC}" type="presParOf" srcId="{B909B8B5-DE67-9540-A4DC-45A67760A5D3}" destId="{5FDE9221-3889-BA40-AD8A-182B012323F4}" srcOrd="0" destOrd="0" presId="urn:microsoft.com/office/officeart/2016/7/layout/RepeatingBendingProcessNew"/>
    <dgm:cxn modelId="{32393E38-AE37-C54D-9372-6DC4613735A7}" type="presParOf" srcId="{04577C14-B7C3-3042-B5A6-54530CE3EAC1}" destId="{0D2AF4D7-882F-4C47-86CD-8C4D0A67FE4F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8B5E119-F1F2-4299-B76C-C895EE894B43}" type="doc">
      <dgm:prSet loTypeId="urn:microsoft.com/office/officeart/2018/2/layout/IconCircle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1584F77-41F0-49E9-B437-6C764969127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Build regression models to predict annual household income.</a:t>
          </a:r>
          <a:endParaRPr lang="en-US"/>
        </a:p>
      </dgm:t>
    </dgm:pt>
    <dgm:pt modelId="{3649E149-89F5-49E0-AB63-1597F3500C27}" type="parTrans" cxnId="{B1708CB8-F6CE-48FC-A8CB-085A5AF2A0BA}">
      <dgm:prSet/>
      <dgm:spPr/>
      <dgm:t>
        <a:bodyPr/>
        <a:lstStyle/>
        <a:p>
          <a:endParaRPr lang="en-US"/>
        </a:p>
      </dgm:t>
    </dgm:pt>
    <dgm:pt modelId="{FEA7210D-3041-473E-B0FA-C4B8C7CE3FC6}" type="sibTrans" cxnId="{B1708CB8-F6CE-48FC-A8CB-085A5AF2A0B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30F6AE-404D-4138-A9D3-1178064A5EB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Evaluate the performance of various models.</a:t>
          </a:r>
          <a:endParaRPr lang="en-US"/>
        </a:p>
      </dgm:t>
    </dgm:pt>
    <dgm:pt modelId="{037550DE-A78C-4F16-B406-B62A060D8D20}" type="parTrans" cxnId="{7B90F154-4983-47C5-BDC3-8FA536C86FF4}">
      <dgm:prSet/>
      <dgm:spPr/>
      <dgm:t>
        <a:bodyPr/>
        <a:lstStyle/>
        <a:p>
          <a:endParaRPr lang="en-US"/>
        </a:p>
      </dgm:t>
    </dgm:pt>
    <dgm:pt modelId="{5F593AFA-A632-4F94-B073-CBCC3D066A73}" type="sibTrans" cxnId="{7B90F154-4983-47C5-BDC3-8FA536C86FF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F84853-B45B-4E9B-8084-5ABEB9400AF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Interpret the models to understand key influencing factors.</a:t>
          </a:r>
          <a:endParaRPr lang="en-US" dirty="0"/>
        </a:p>
      </dgm:t>
    </dgm:pt>
    <dgm:pt modelId="{D658E8A0-DFF2-46E6-8E6D-C2676F74BE34}" type="parTrans" cxnId="{73D7F3CC-CAE5-4ECF-ABF3-73D3C221655C}">
      <dgm:prSet/>
      <dgm:spPr/>
      <dgm:t>
        <a:bodyPr/>
        <a:lstStyle/>
        <a:p>
          <a:endParaRPr lang="en-US"/>
        </a:p>
      </dgm:t>
    </dgm:pt>
    <dgm:pt modelId="{3495422C-AFC6-4375-B441-AEE8F5628086}" type="sibTrans" cxnId="{73D7F3CC-CAE5-4ECF-ABF3-73D3C221655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A8C542F-143C-4333-9E2E-A4C0ADEED0B6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Identify challenges in modeling synthetic data.</a:t>
          </a:r>
          <a:endParaRPr lang="en-US"/>
        </a:p>
      </dgm:t>
    </dgm:pt>
    <dgm:pt modelId="{B9F69ADA-E085-4C4A-93EE-EC2D98432B69}" type="parTrans" cxnId="{2A19E45C-321A-4964-ACDE-C357E6DCF677}">
      <dgm:prSet/>
      <dgm:spPr/>
      <dgm:t>
        <a:bodyPr/>
        <a:lstStyle/>
        <a:p>
          <a:endParaRPr lang="en-US"/>
        </a:p>
      </dgm:t>
    </dgm:pt>
    <dgm:pt modelId="{16AB4744-47ED-4E58-8EB4-98D9426A3F86}" type="sibTrans" cxnId="{2A19E45C-321A-4964-ACDE-C357E6DCF67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6F11C99-E561-4601-B558-BACC4BD1D0A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Provide recommendations based on findings.</a:t>
          </a:r>
          <a:endParaRPr lang="en-US"/>
        </a:p>
      </dgm:t>
    </dgm:pt>
    <dgm:pt modelId="{5F219928-81AA-4E35-9C93-398FC835BD64}" type="parTrans" cxnId="{DA3CD01D-DFAD-461C-8926-737815B0EFF4}">
      <dgm:prSet/>
      <dgm:spPr/>
      <dgm:t>
        <a:bodyPr/>
        <a:lstStyle/>
        <a:p>
          <a:endParaRPr lang="en-US"/>
        </a:p>
      </dgm:t>
    </dgm:pt>
    <dgm:pt modelId="{C7E878E0-79EB-4DD5-B6BD-2C8C84D6A0C1}" type="sibTrans" cxnId="{DA3CD01D-DFAD-461C-8926-737815B0EFF4}">
      <dgm:prSet/>
      <dgm:spPr/>
      <dgm:t>
        <a:bodyPr/>
        <a:lstStyle/>
        <a:p>
          <a:endParaRPr lang="en-US"/>
        </a:p>
      </dgm:t>
    </dgm:pt>
    <dgm:pt modelId="{F136D899-FC7F-4D51-A4C1-CC1214369198}" type="pres">
      <dgm:prSet presAssocID="{A8B5E119-F1F2-4299-B76C-C895EE894B43}" presName="root" presStyleCnt="0">
        <dgm:presLayoutVars>
          <dgm:dir/>
          <dgm:resizeHandles val="exact"/>
        </dgm:presLayoutVars>
      </dgm:prSet>
      <dgm:spPr/>
    </dgm:pt>
    <dgm:pt modelId="{9DD9460E-D644-4F3A-8DB2-0D00AA3272EF}" type="pres">
      <dgm:prSet presAssocID="{A8B5E119-F1F2-4299-B76C-C895EE894B43}" presName="container" presStyleCnt="0">
        <dgm:presLayoutVars>
          <dgm:dir/>
          <dgm:resizeHandles val="exact"/>
        </dgm:presLayoutVars>
      </dgm:prSet>
      <dgm:spPr/>
    </dgm:pt>
    <dgm:pt modelId="{A00A2BC4-DF9D-4598-AF59-185B65319EF1}" type="pres">
      <dgm:prSet presAssocID="{E1584F77-41F0-49E9-B437-6C764969127E}" presName="compNode" presStyleCnt="0"/>
      <dgm:spPr/>
    </dgm:pt>
    <dgm:pt modelId="{35631E76-E608-4827-9937-104B79685B4B}" type="pres">
      <dgm:prSet presAssocID="{E1584F77-41F0-49E9-B437-6C764969127E}" presName="iconBgRect" presStyleLbl="bgShp" presStyleIdx="0" presStyleCnt="5"/>
      <dgm:spPr/>
    </dgm:pt>
    <dgm:pt modelId="{360D2F2B-DD06-4575-AA8C-862AB5E3B798}" type="pres">
      <dgm:prSet presAssocID="{E1584F77-41F0-49E9-B437-6C764969127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06E9F73F-F233-4125-AC1F-46634B00F956}" type="pres">
      <dgm:prSet presAssocID="{E1584F77-41F0-49E9-B437-6C764969127E}" presName="spaceRect" presStyleCnt="0"/>
      <dgm:spPr/>
    </dgm:pt>
    <dgm:pt modelId="{8E220050-2C1E-4193-9D2D-55CA5B69CE64}" type="pres">
      <dgm:prSet presAssocID="{E1584F77-41F0-49E9-B437-6C764969127E}" presName="textRect" presStyleLbl="revTx" presStyleIdx="0" presStyleCnt="5">
        <dgm:presLayoutVars>
          <dgm:chMax val="1"/>
          <dgm:chPref val="1"/>
        </dgm:presLayoutVars>
      </dgm:prSet>
      <dgm:spPr/>
    </dgm:pt>
    <dgm:pt modelId="{45C0B257-8D79-47BB-ABC0-639EE8AFDAE7}" type="pres">
      <dgm:prSet presAssocID="{FEA7210D-3041-473E-B0FA-C4B8C7CE3FC6}" presName="sibTrans" presStyleLbl="sibTrans2D1" presStyleIdx="0" presStyleCnt="0"/>
      <dgm:spPr/>
    </dgm:pt>
    <dgm:pt modelId="{C62A21DF-A688-48D9-B68F-6A5F873B75DE}" type="pres">
      <dgm:prSet presAssocID="{6130F6AE-404D-4138-A9D3-1178064A5EBA}" presName="compNode" presStyleCnt="0"/>
      <dgm:spPr/>
    </dgm:pt>
    <dgm:pt modelId="{EC5ECE44-D364-4A1C-BF9B-099C806EF7D0}" type="pres">
      <dgm:prSet presAssocID="{6130F6AE-404D-4138-A9D3-1178064A5EBA}" presName="iconBgRect" presStyleLbl="bgShp" presStyleIdx="1" presStyleCnt="5"/>
      <dgm:spPr/>
    </dgm:pt>
    <dgm:pt modelId="{5D1B6BD1-E2B7-40FF-9485-CB1CB4AA425A}" type="pres">
      <dgm:prSet presAssocID="{6130F6AE-404D-4138-A9D3-1178064A5EBA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esentation with Pie Chart"/>
        </a:ext>
      </dgm:extLst>
    </dgm:pt>
    <dgm:pt modelId="{5CD888AE-FE13-4765-BECA-1ECE49FAF693}" type="pres">
      <dgm:prSet presAssocID="{6130F6AE-404D-4138-A9D3-1178064A5EBA}" presName="spaceRect" presStyleCnt="0"/>
      <dgm:spPr/>
    </dgm:pt>
    <dgm:pt modelId="{3A2A23DC-425F-48C4-87DE-0D30779086BD}" type="pres">
      <dgm:prSet presAssocID="{6130F6AE-404D-4138-A9D3-1178064A5EBA}" presName="textRect" presStyleLbl="revTx" presStyleIdx="1" presStyleCnt="5">
        <dgm:presLayoutVars>
          <dgm:chMax val="1"/>
          <dgm:chPref val="1"/>
        </dgm:presLayoutVars>
      </dgm:prSet>
      <dgm:spPr/>
    </dgm:pt>
    <dgm:pt modelId="{4101809F-FDF5-4C4E-9A44-109540214E43}" type="pres">
      <dgm:prSet presAssocID="{5F593AFA-A632-4F94-B073-CBCC3D066A73}" presName="sibTrans" presStyleLbl="sibTrans2D1" presStyleIdx="0" presStyleCnt="0"/>
      <dgm:spPr/>
    </dgm:pt>
    <dgm:pt modelId="{B0373CE1-9A93-4801-B050-5572EEF30527}" type="pres">
      <dgm:prSet presAssocID="{52F84853-B45B-4E9B-8084-5ABEB9400AFA}" presName="compNode" presStyleCnt="0"/>
      <dgm:spPr/>
    </dgm:pt>
    <dgm:pt modelId="{B521E995-BEA6-49C4-B62F-BA8F98FB3572}" type="pres">
      <dgm:prSet presAssocID="{52F84853-B45B-4E9B-8084-5ABEB9400AFA}" presName="iconBgRect" presStyleLbl="bgShp" presStyleIdx="2" presStyleCnt="5"/>
      <dgm:spPr/>
    </dgm:pt>
    <dgm:pt modelId="{45FBDDDC-5D0D-4136-B529-23ECAAE92B30}" type="pres">
      <dgm:prSet presAssocID="{52F84853-B45B-4E9B-8084-5ABEB9400AF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2D44A797-1E8E-44E4-8815-FAF3AE7CC9E9}" type="pres">
      <dgm:prSet presAssocID="{52F84853-B45B-4E9B-8084-5ABEB9400AFA}" presName="spaceRect" presStyleCnt="0"/>
      <dgm:spPr/>
    </dgm:pt>
    <dgm:pt modelId="{DB0CD34D-DE1A-478A-983A-0AEB5DA667AC}" type="pres">
      <dgm:prSet presAssocID="{52F84853-B45B-4E9B-8084-5ABEB9400AFA}" presName="textRect" presStyleLbl="revTx" presStyleIdx="2" presStyleCnt="5">
        <dgm:presLayoutVars>
          <dgm:chMax val="1"/>
          <dgm:chPref val="1"/>
        </dgm:presLayoutVars>
      </dgm:prSet>
      <dgm:spPr/>
    </dgm:pt>
    <dgm:pt modelId="{ABD2F373-972B-467C-8622-43FC585FEFC2}" type="pres">
      <dgm:prSet presAssocID="{3495422C-AFC6-4375-B441-AEE8F5628086}" presName="sibTrans" presStyleLbl="sibTrans2D1" presStyleIdx="0" presStyleCnt="0"/>
      <dgm:spPr/>
    </dgm:pt>
    <dgm:pt modelId="{47B9D839-AD2E-4EAF-AE2F-71C5811DAD50}" type="pres">
      <dgm:prSet presAssocID="{5A8C542F-143C-4333-9E2E-A4C0ADEED0B6}" presName="compNode" presStyleCnt="0"/>
      <dgm:spPr/>
    </dgm:pt>
    <dgm:pt modelId="{EDE73109-EF34-48E5-BEC7-BA97037E7124}" type="pres">
      <dgm:prSet presAssocID="{5A8C542F-143C-4333-9E2E-A4C0ADEED0B6}" presName="iconBgRect" presStyleLbl="bgShp" presStyleIdx="3" presStyleCnt="5"/>
      <dgm:spPr/>
    </dgm:pt>
    <dgm:pt modelId="{9ABB2CC3-D6C1-455A-9E5F-80ABDE208D49}" type="pres">
      <dgm:prSet presAssocID="{5A8C542F-143C-4333-9E2E-A4C0ADEED0B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59D44EF9-E235-40CB-BC03-CFD2EE700E72}" type="pres">
      <dgm:prSet presAssocID="{5A8C542F-143C-4333-9E2E-A4C0ADEED0B6}" presName="spaceRect" presStyleCnt="0"/>
      <dgm:spPr/>
    </dgm:pt>
    <dgm:pt modelId="{C6A53555-11AB-4EF6-89B3-460BB3A6F7A5}" type="pres">
      <dgm:prSet presAssocID="{5A8C542F-143C-4333-9E2E-A4C0ADEED0B6}" presName="textRect" presStyleLbl="revTx" presStyleIdx="3" presStyleCnt="5">
        <dgm:presLayoutVars>
          <dgm:chMax val="1"/>
          <dgm:chPref val="1"/>
        </dgm:presLayoutVars>
      </dgm:prSet>
      <dgm:spPr/>
    </dgm:pt>
    <dgm:pt modelId="{5F8F28B5-B68A-475E-A024-7FB051A63529}" type="pres">
      <dgm:prSet presAssocID="{16AB4744-47ED-4E58-8EB4-98D9426A3F86}" presName="sibTrans" presStyleLbl="sibTrans2D1" presStyleIdx="0" presStyleCnt="0"/>
      <dgm:spPr/>
    </dgm:pt>
    <dgm:pt modelId="{55644705-E28B-498C-BFCC-E9A9B7A0FA28}" type="pres">
      <dgm:prSet presAssocID="{F6F11C99-E561-4601-B558-BACC4BD1D0A8}" presName="compNode" presStyleCnt="0"/>
      <dgm:spPr/>
    </dgm:pt>
    <dgm:pt modelId="{5624B0FE-F0B8-410F-B202-F7C116E95F73}" type="pres">
      <dgm:prSet presAssocID="{F6F11C99-E561-4601-B558-BACC4BD1D0A8}" presName="iconBgRect" presStyleLbl="bgShp" presStyleIdx="4" presStyleCnt="5"/>
      <dgm:spPr/>
    </dgm:pt>
    <dgm:pt modelId="{D3DD45B6-FBB0-4FCF-BB6D-717FD2608E82}" type="pres">
      <dgm:prSet presAssocID="{F6F11C99-E561-4601-B558-BACC4BD1D0A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A7012041-EFB7-44ED-BEF3-A5886A0EA1FC}" type="pres">
      <dgm:prSet presAssocID="{F6F11C99-E561-4601-B558-BACC4BD1D0A8}" presName="spaceRect" presStyleCnt="0"/>
      <dgm:spPr/>
    </dgm:pt>
    <dgm:pt modelId="{CFDB94BE-33E6-485D-9E16-FDC40F1EBF1F}" type="pres">
      <dgm:prSet presAssocID="{F6F11C99-E561-4601-B558-BACC4BD1D0A8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7EDEC010-28EA-46C3-AB52-BBE2566AA199}" type="presOf" srcId="{6130F6AE-404D-4138-A9D3-1178064A5EBA}" destId="{3A2A23DC-425F-48C4-87DE-0D30779086BD}" srcOrd="0" destOrd="0" presId="urn:microsoft.com/office/officeart/2018/2/layout/IconCircleList"/>
    <dgm:cxn modelId="{CE54011A-8671-45FF-8824-C3879322E00E}" type="presOf" srcId="{3495422C-AFC6-4375-B441-AEE8F5628086}" destId="{ABD2F373-972B-467C-8622-43FC585FEFC2}" srcOrd="0" destOrd="0" presId="urn:microsoft.com/office/officeart/2018/2/layout/IconCircleList"/>
    <dgm:cxn modelId="{B4483D1D-A0DD-41B8-96BC-9438429B0C74}" type="presOf" srcId="{FEA7210D-3041-473E-B0FA-C4B8C7CE3FC6}" destId="{45C0B257-8D79-47BB-ABC0-639EE8AFDAE7}" srcOrd="0" destOrd="0" presId="urn:microsoft.com/office/officeart/2018/2/layout/IconCircleList"/>
    <dgm:cxn modelId="{DA3CD01D-DFAD-461C-8926-737815B0EFF4}" srcId="{A8B5E119-F1F2-4299-B76C-C895EE894B43}" destId="{F6F11C99-E561-4601-B558-BACC4BD1D0A8}" srcOrd="4" destOrd="0" parTransId="{5F219928-81AA-4E35-9C93-398FC835BD64}" sibTransId="{C7E878E0-79EB-4DD5-B6BD-2C8C84D6A0C1}"/>
    <dgm:cxn modelId="{FAA6EA22-FFA1-4F60-A0CE-878ADFAD09FF}" type="presOf" srcId="{5F593AFA-A632-4F94-B073-CBCC3D066A73}" destId="{4101809F-FDF5-4C4E-9A44-109540214E43}" srcOrd="0" destOrd="0" presId="urn:microsoft.com/office/officeart/2018/2/layout/IconCircleList"/>
    <dgm:cxn modelId="{BFC6BE2B-5CA7-47A0-B5F0-E03588313382}" type="presOf" srcId="{A8B5E119-F1F2-4299-B76C-C895EE894B43}" destId="{F136D899-FC7F-4D51-A4C1-CC1214369198}" srcOrd="0" destOrd="0" presId="urn:microsoft.com/office/officeart/2018/2/layout/IconCircleList"/>
    <dgm:cxn modelId="{2891A62D-A214-4219-BFA3-C3FCCDB67CA2}" type="presOf" srcId="{52F84853-B45B-4E9B-8084-5ABEB9400AFA}" destId="{DB0CD34D-DE1A-478A-983A-0AEB5DA667AC}" srcOrd="0" destOrd="0" presId="urn:microsoft.com/office/officeart/2018/2/layout/IconCircleList"/>
    <dgm:cxn modelId="{ACA32843-D288-4124-9520-0A189F87EFD7}" type="presOf" srcId="{5A8C542F-143C-4333-9E2E-A4C0ADEED0B6}" destId="{C6A53555-11AB-4EF6-89B3-460BB3A6F7A5}" srcOrd="0" destOrd="0" presId="urn:microsoft.com/office/officeart/2018/2/layout/IconCircleList"/>
    <dgm:cxn modelId="{7B90F154-4983-47C5-BDC3-8FA536C86FF4}" srcId="{A8B5E119-F1F2-4299-B76C-C895EE894B43}" destId="{6130F6AE-404D-4138-A9D3-1178064A5EBA}" srcOrd="1" destOrd="0" parTransId="{037550DE-A78C-4F16-B406-B62A060D8D20}" sibTransId="{5F593AFA-A632-4F94-B073-CBCC3D066A73}"/>
    <dgm:cxn modelId="{2A19E45C-321A-4964-ACDE-C357E6DCF677}" srcId="{A8B5E119-F1F2-4299-B76C-C895EE894B43}" destId="{5A8C542F-143C-4333-9E2E-A4C0ADEED0B6}" srcOrd="3" destOrd="0" parTransId="{B9F69ADA-E085-4C4A-93EE-EC2D98432B69}" sibTransId="{16AB4744-47ED-4E58-8EB4-98D9426A3F86}"/>
    <dgm:cxn modelId="{40B932A8-7C07-4808-9EA8-8FB8D63EACDE}" type="presOf" srcId="{16AB4744-47ED-4E58-8EB4-98D9426A3F86}" destId="{5F8F28B5-B68A-475E-A024-7FB051A63529}" srcOrd="0" destOrd="0" presId="urn:microsoft.com/office/officeart/2018/2/layout/IconCircleList"/>
    <dgm:cxn modelId="{B1708CB8-F6CE-48FC-A8CB-085A5AF2A0BA}" srcId="{A8B5E119-F1F2-4299-B76C-C895EE894B43}" destId="{E1584F77-41F0-49E9-B437-6C764969127E}" srcOrd="0" destOrd="0" parTransId="{3649E149-89F5-49E0-AB63-1597F3500C27}" sibTransId="{FEA7210D-3041-473E-B0FA-C4B8C7CE3FC6}"/>
    <dgm:cxn modelId="{73D7F3CC-CAE5-4ECF-ABF3-73D3C221655C}" srcId="{A8B5E119-F1F2-4299-B76C-C895EE894B43}" destId="{52F84853-B45B-4E9B-8084-5ABEB9400AFA}" srcOrd="2" destOrd="0" parTransId="{D658E8A0-DFF2-46E6-8E6D-C2676F74BE34}" sibTransId="{3495422C-AFC6-4375-B441-AEE8F5628086}"/>
    <dgm:cxn modelId="{F31BD7DB-3E25-4C23-9FCC-81D8C728A210}" type="presOf" srcId="{F6F11C99-E561-4601-B558-BACC4BD1D0A8}" destId="{CFDB94BE-33E6-485D-9E16-FDC40F1EBF1F}" srcOrd="0" destOrd="0" presId="urn:microsoft.com/office/officeart/2018/2/layout/IconCircleList"/>
    <dgm:cxn modelId="{55908EEC-26C3-4F39-AC93-612AA6184389}" type="presOf" srcId="{E1584F77-41F0-49E9-B437-6C764969127E}" destId="{8E220050-2C1E-4193-9D2D-55CA5B69CE64}" srcOrd="0" destOrd="0" presId="urn:microsoft.com/office/officeart/2018/2/layout/IconCircleList"/>
    <dgm:cxn modelId="{C74E12DA-F925-4C7F-8D3C-ECA639761488}" type="presParOf" srcId="{F136D899-FC7F-4D51-A4C1-CC1214369198}" destId="{9DD9460E-D644-4F3A-8DB2-0D00AA3272EF}" srcOrd="0" destOrd="0" presId="urn:microsoft.com/office/officeart/2018/2/layout/IconCircleList"/>
    <dgm:cxn modelId="{C63C5F44-31EB-4016-ABC7-9DA1BCDFDF8E}" type="presParOf" srcId="{9DD9460E-D644-4F3A-8DB2-0D00AA3272EF}" destId="{A00A2BC4-DF9D-4598-AF59-185B65319EF1}" srcOrd="0" destOrd="0" presId="urn:microsoft.com/office/officeart/2018/2/layout/IconCircleList"/>
    <dgm:cxn modelId="{976D1865-3491-4266-93BD-83D1EB534BBC}" type="presParOf" srcId="{A00A2BC4-DF9D-4598-AF59-185B65319EF1}" destId="{35631E76-E608-4827-9937-104B79685B4B}" srcOrd="0" destOrd="0" presId="urn:microsoft.com/office/officeart/2018/2/layout/IconCircleList"/>
    <dgm:cxn modelId="{32BF5EDE-A0ED-4FC9-BC1B-3C0869E9B67C}" type="presParOf" srcId="{A00A2BC4-DF9D-4598-AF59-185B65319EF1}" destId="{360D2F2B-DD06-4575-AA8C-862AB5E3B798}" srcOrd="1" destOrd="0" presId="urn:microsoft.com/office/officeart/2018/2/layout/IconCircleList"/>
    <dgm:cxn modelId="{3F0B1C92-C993-4910-A629-8F1681AA3D38}" type="presParOf" srcId="{A00A2BC4-DF9D-4598-AF59-185B65319EF1}" destId="{06E9F73F-F233-4125-AC1F-46634B00F956}" srcOrd="2" destOrd="0" presId="urn:microsoft.com/office/officeart/2018/2/layout/IconCircleList"/>
    <dgm:cxn modelId="{5212BB45-C946-47C5-A804-36166696105A}" type="presParOf" srcId="{A00A2BC4-DF9D-4598-AF59-185B65319EF1}" destId="{8E220050-2C1E-4193-9D2D-55CA5B69CE64}" srcOrd="3" destOrd="0" presId="urn:microsoft.com/office/officeart/2018/2/layout/IconCircleList"/>
    <dgm:cxn modelId="{95FCDBBD-5D95-4678-B6E8-019D77B04C3A}" type="presParOf" srcId="{9DD9460E-D644-4F3A-8DB2-0D00AA3272EF}" destId="{45C0B257-8D79-47BB-ABC0-639EE8AFDAE7}" srcOrd="1" destOrd="0" presId="urn:microsoft.com/office/officeart/2018/2/layout/IconCircleList"/>
    <dgm:cxn modelId="{7C9589B4-E21E-4D91-91BE-33E9C28520F3}" type="presParOf" srcId="{9DD9460E-D644-4F3A-8DB2-0D00AA3272EF}" destId="{C62A21DF-A688-48D9-B68F-6A5F873B75DE}" srcOrd="2" destOrd="0" presId="urn:microsoft.com/office/officeart/2018/2/layout/IconCircleList"/>
    <dgm:cxn modelId="{3B5494C5-FBA8-4C19-A0B5-5AB9C5A6D58F}" type="presParOf" srcId="{C62A21DF-A688-48D9-B68F-6A5F873B75DE}" destId="{EC5ECE44-D364-4A1C-BF9B-099C806EF7D0}" srcOrd="0" destOrd="0" presId="urn:microsoft.com/office/officeart/2018/2/layout/IconCircleList"/>
    <dgm:cxn modelId="{E6A1FFC4-C8FC-4D3F-B0FE-B10FE318E7C4}" type="presParOf" srcId="{C62A21DF-A688-48D9-B68F-6A5F873B75DE}" destId="{5D1B6BD1-E2B7-40FF-9485-CB1CB4AA425A}" srcOrd="1" destOrd="0" presId="urn:microsoft.com/office/officeart/2018/2/layout/IconCircleList"/>
    <dgm:cxn modelId="{68AD50F4-4F82-4C1F-99E4-D51DAE7A7B7B}" type="presParOf" srcId="{C62A21DF-A688-48D9-B68F-6A5F873B75DE}" destId="{5CD888AE-FE13-4765-BECA-1ECE49FAF693}" srcOrd="2" destOrd="0" presId="urn:microsoft.com/office/officeart/2018/2/layout/IconCircleList"/>
    <dgm:cxn modelId="{E28342FD-E544-48B6-9CA6-2D5E98E84158}" type="presParOf" srcId="{C62A21DF-A688-48D9-B68F-6A5F873B75DE}" destId="{3A2A23DC-425F-48C4-87DE-0D30779086BD}" srcOrd="3" destOrd="0" presId="urn:microsoft.com/office/officeart/2018/2/layout/IconCircleList"/>
    <dgm:cxn modelId="{D25EE2EC-1FF0-42EC-A6F8-2702B4BC9287}" type="presParOf" srcId="{9DD9460E-D644-4F3A-8DB2-0D00AA3272EF}" destId="{4101809F-FDF5-4C4E-9A44-109540214E43}" srcOrd="3" destOrd="0" presId="urn:microsoft.com/office/officeart/2018/2/layout/IconCircleList"/>
    <dgm:cxn modelId="{9C5ABD24-8815-432E-BB16-1A55C84F4E7E}" type="presParOf" srcId="{9DD9460E-D644-4F3A-8DB2-0D00AA3272EF}" destId="{B0373CE1-9A93-4801-B050-5572EEF30527}" srcOrd="4" destOrd="0" presId="urn:microsoft.com/office/officeart/2018/2/layout/IconCircleList"/>
    <dgm:cxn modelId="{D1A6BAD1-6345-48EA-B43D-73CD08C9B099}" type="presParOf" srcId="{B0373CE1-9A93-4801-B050-5572EEF30527}" destId="{B521E995-BEA6-49C4-B62F-BA8F98FB3572}" srcOrd="0" destOrd="0" presId="urn:microsoft.com/office/officeart/2018/2/layout/IconCircleList"/>
    <dgm:cxn modelId="{81A374DC-3F55-44AB-B1B7-052BE447C35A}" type="presParOf" srcId="{B0373CE1-9A93-4801-B050-5572EEF30527}" destId="{45FBDDDC-5D0D-4136-B529-23ECAAE92B30}" srcOrd="1" destOrd="0" presId="urn:microsoft.com/office/officeart/2018/2/layout/IconCircleList"/>
    <dgm:cxn modelId="{94D2E354-6C1E-4582-ADA0-3CABCA59F1DE}" type="presParOf" srcId="{B0373CE1-9A93-4801-B050-5572EEF30527}" destId="{2D44A797-1E8E-44E4-8815-FAF3AE7CC9E9}" srcOrd="2" destOrd="0" presId="urn:microsoft.com/office/officeart/2018/2/layout/IconCircleList"/>
    <dgm:cxn modelId="{5009DB63-97C4-4CC5-B3B7-32610FCFA576}" type="presParOf" srcId="{B0373CE1-9A93-4801-B050-5572EEF30527}" destId="{DB0CD34D-DE1A-478A-983A-0AEB5DA667AC}" srcOrd="3" destOrd="0" presId="urn:microsoft.com/office/officeart/2018/2/layout/IconCircleList"/>
    <dgm:cxn modelId="{90059A2A-70AF-409F-90C6-C391F98A99EA}" type="presParOf" srcId="{9DD9460E-D644-4F3A-8DB2-0D00AA3272EF}" destId="{ABD2F373-972B-467C-8622-43FC585FEFC2}" srcOrd="5" destOrd="0" presId="urn:microsoft.com/office/officeart/2018/2/layout/IconCircleList"/>
    <dgm:cxn modelId="{6A96856F-017C-4912-9815-9B6CE767B7BA}" type="presParOf" srcId="{9DD9460E-D644-4F3A-8DB2-0D00AA3272EF}" destId="{47B9D839-AD2E-4EAF-AE2F-71C5811DAD50}" srcOrd="6" destOrd="0" presId="urn:microsoft.com/office/officeart/2018/2/layout/IconCircleList"/>
    <dgm:cxn modelId="{91ABD3BB-9F42-41D5-A806-205BAEE9327B}" type="presParOf" srcId="{47B9D839-AD2E-4EAF-AE2F-71C5811DAD50}" destId="{EDE73109-EF34-48E5-BEC7-BA97037E7124}" srcOrd="0" destOrd="0" presId="urn:microsoft.com/office/officeart/2018/2/layout/IconCircleList"/>
    <dgm:cxn modelId="{09AAD948-B970-4E4F-AB7C-6E97825C66CC}" type="presParOf" srcId="{47B9D839-AD2E-4EAF-AE2F-71C5811DAD50}" destId="{9ABB2CC3-D6C1-455A-9E5F-80ABDE208D49}" srcOrd="1" destOrd="0" presId="urn:microsoft.com/office/officeart/2018/2/layout/IconCircleList"/>
    <dgm:cxn modelId="{F8E57E1C-B29B-4464-8F66-767CA551FDD0}" type="presParOf" srcId="{47B9D839-AD2E-4EAF-AE2F-71C5811DAD50}" destId="{59D44EF9-E235-40CB-BC03-CFD2EE700E72}" srcOrd="2" destOrd="0" presId="urn:microsoft.com/office/officeart/2018/2/layout/IconCircleList"/>
    <dgm:cxn modelId="{8EFD95FF-F1E2-4B9D-8455-E00F5D8B49A5}" type="presParOf" srcId="{47B9D839-AD2E-4EAF-AE2F-71C5811DAD50}" destId="{C6A53555-11AB-4EF6-89B3-460BB3A6F7A5}" srcOrd="3" destOrd="0" presId="urn:microsoft.com/office/officeart/2018/2/layout/IconCircleList"/>
    <dgm:cxn modelId="{44481749-C1B9-44E0-93F3-F505CEBE5A47}" type="presParOf" srcId="{9DD9460E-D644-4F3A-8DB2-0D00AA3272EF}" destId="{5F8F28B5-B68A-475E-A024-7FB051A63529}" srcOrd="7" destOrd="0" presId="urn:microsoft.com/office/officeart/2018/2/layout/IconCircleList"/>
    <dgm:cxn modelId="{D253F5B9-B547-4AFD-BE13-7B8A809D34DC}" type="presParOf" srcId="{9DD9460E-D644-4F3A-8DB2-0D00AA3272EF}" destId="{55644705-E28B-498C-BFCC-E9A9B7A0FA28}" srcOrd="8" destOrd="0" presId="urn:microsoft.com/office/officeart/2018/2/layout/IconCircleList"/>
    <dgm:cxn modelId="{86834A33-1050-457D-B136-F9D88C5E8C82}" type="presParOf" srcId="{55644705-E28B-498C-BFCC-E9A9B7A0FA28}" destId="{5624B0FE-F0B8-410F-B202-F7C116E95F73}" srcOrd="0" destOrd="0" presId="urn:microsoft.com/office/officeart/2018/2/layout/IconCircleList"/>
    <dgm:cxn modelId="{96B7B88E-8AFA-4C76-A09B-01B653DA7628}" type="presParOf" srcId="{55644705-E28B-498C-BFCC-E9A9B7A0FA28}" destId="{D3DD45B6-FBB0-4FCF-BB6D-717FD2608E82}" srcOrd="1" destOrd="0" presId="urn:microsoft.com/office/officeart/2018/2/layout/IconCircleList"/>
    <dgm:cxn modelId="{2BF242AC-E134-4C8C-A571-0F9EB142F207}" type="presParOf" srcId="{55644705-E28B-498C-BFCC-E9A9B7A0FA28}" destId="{A7012041-EFB7-44ED-BEF3-A5886A0EA1FC}" srcOrd="2" destOrd="0" presId="urn:microsoft.com/office/officeart/2018/2/layout/IconCircleList"/>
    <dgm:cxn modelId="{A5D6A405-0438-4523-8828-F5EB3E06DF11}" type="presParOf" srcId="{55644705-E28B-498C-BFCC-E9A9B7A0FA28}" destId="{CFDB94BE-33E6-485D-9E16-FDC40F1EBF1F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3A12E2F-040A-45AE-AF5B-597B4FF9FC7D}" type="doc">
      <dgm:prSet loTypeId="urn:microsoft.com/office/officeart/2005/8/layout/matrix3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E798366-D805-4E69-8C11-D283700679A3}">
      <dgm:prSet/>
      <dgm:spPr/>
      <dgm:t>
        <a:bodyPr/>
        <a:lstStyle/>
        <a:p>
          <a:r>
            <a:rPr lang="en-GB" b="1" i="0" dirty="0">
              <a:latin typeface="Abadi MT Condensed Extra Bold" panose="020B0306030101010103" pitchFamily="34" charset="77"/>
            </a:rPr>
            <a:t>Dataset Source: </a:t>
          </a:r>
        </a:p>
        <a:p>
          <a:r>
            <a:rPr lang="en-GB" b="0" i="0" dirty="0">
              <a:latin typeface="Abadi MT Condensed Light" panose="020B0306030101010103" pitchFamily="34" charset="77"/>
            </a:rPr>
            <a:t>Kaggle Synthetic Dataset</a:t>
          </a:r>
          <a:endParaRPr lang="en-US" b="0" i="0" dirty="0">
            <a:latin typeface="Abadi MT Condensed Light" panose="020B0306030101010103" pitchFamily="34" charset="77"/>
          </a:endParaRPr>
        </a:p>
      </dgm:t>
    </dgm:pt>
    <dgm:pt modelId="{ED518061-C3D5-4991-B31F-F233151BC500}" type="parTrans" cxnId="{73FC3431-961A-41FA-A68A-4D923BC4B6AB}">
      <dgm:prSet/>
      <dgm:spPr/>
      <dgm:t>
        <a:bodyPr/>
        <a:lstStyle/>
        <a:p>
          <a:endParaRPr lang="en-US"/>
        </a:p>
      </dgm:t>
    </dgm:pt>
    <dgm:pt modelId="{4759F1FE-AF80-40C3-9105-746D6E0E7AE8}" type="sibTrans" cxnId="{73FC3431-961A-41FA-A68A-4D923BC4B6AB}">
      <dgm:prSet/>
      <dgm:spPr/>
      <dgm:t>
        <a:bodyPr/>
        <a:lstStyle/>
        <a:p>
          <a:endParaRPr lang="en-US"/>
        </a:p>
      </dgm:t>
    </dgm:pt>
    <dgm:pt modelId="{8278F1D2-CAFE-4BB5-A600-EC376165EE74}">
      <dgm:prSet/>
      <dgm:spPr/>
      <dgm:t>
        <a:bodyPr/>
        <a:lstStyle/>
        <a:p>
          <a:r>
            <a:rPr lang="en-GB" b="1" i="0" dirty="0">
              <a:latin typeface="Abadi MT Condensed Extra Bold" panose="020B0306030101010103" pitchFamily="34" charset="77"/>
            </a:rPr>
            <a:t>Numerical Variables:</a:t>
          </a:r>
        </a:p>
        <a:p>
          <a:r>
            <a:rPr lang="en-GB" b="0" i="0" dirty="0">
              <a:latin typeface="Abadi MT Condensed Light" panose="020B0306030101010103" pitchFamily="34" charset="77"/>
            </a:rPr>
            <a:t>Age, Number of Dependents, Work Experience, Household Size, Income</a:t>
          </a:r>
          <a:endParaRPr lang="en-US" b="0" i="0" dirty="0">
            <a:latin typeface="Abadi MT Condensed Light" panose="020B0306030101010103" pitchFamily="34" charset="77"/>
          </a:endParaRPr>
        </a:p>
      </dgm:t>
    </dgm:pt>
    <dgm:pt modelId="{06199DFB-804F-4AFD-B75C-7F61CF23F54A}" type="parTrans" cxnId="{B4FE67E4-8BA0-40C8-912E-6F8A9A20A022}">
      <dgm:prSet/>
      <dgm:spPr/>
      <dgm:t>
        <a:bodyPr/>
        <a:lstStyle/>
        <a:p>
          <a:endParaRPr lang="en-US"/>
        </a:p>
      </dgm:t>
    </dgm:pt>
    <dgm:pt modelId="{D3D666CB-8605-4CCD-8126-79FD9BA7A913}" type="sibTrans" cxnId="{B4FE67E4-8BA0-40C8-912E-6F8A9A20A022}">
      <dgm:prSet/>
      <dgm:spPr/>
      <dgm:t>
        <a:bodyPr/>
        <a:lstStyle/>
        <a:p>
          <a:endParaRPr lang="en-US"/>
        </a:p>
      </dgm:t>
    </dgm:pt>
    <dgm:pt modelId="{516E6D9B-D8D1-49D4-A66A-F7B6F89B1E26}">
      <dgm:prSet/>
      <dgm:spPr/>
      <dgm:t>
        <a:bodyPr/>
        <a:lstStyle/>
        <a:p>
          <a:r>
            <a:rPr lang="en-GB" b="1" i="0" dirty="0">
              <a:latin typeface="Abadi MT Condensed Extra Bold" panose="020B0306030101010103" pitchFamily="34" charset="77"/>
            </a:rPr>
            <a:t>Categorical Variables:</a:t>
          </a:r>
        </a:p>
        <a:p>
          <a:r>
            <a:rPr lang="en-GB" b="0" i="0" dirty="0">
              <a:latin typeface="Abadi MT Condensed Light" panose="020B0306030101010103" pitchFamily="34" charset="77"/>
            </a:rPr>
            <a:t>Education Level, Occupation, Location, Marital Status, Employment Status, Homeownership Status, Type of Housing, Gender, Primary Mode of Transportation</a:t>
          </a:r>
          <a:endParaRPr lang="en-US" b="0" i="0" dirty="0">
            <a:latin typeface="Abadi MT Condensed Light" panose="020B0306030101010103" pitchFamily="34" charset="77"/>
          </a:endParaRPr>
        </a:p>
      </dgm:t>
    </dgm:pt>
    <dgm:pt modelId="{EA4060F7-C7C3-4033-AC27-AA91D7311786}" type="parTrans" cxnId="{62D99454-A6ED-40E7-BE66-09719FEF4D3B}">
      <dgm:prSet/>
      <dgm:spPr/>
      <dgm:t>
        <a:bodyPr/>
        <a:lstStyle/>
        <a:p>
          <a:endParaRPr lang="en-US"/>
        </a:p>
      </dgm:t>
    </dgm:pt>
    <dgm:pt modelId="{4B0920BC-FAD0-4225-8319-EA5369F6C487}" type="sibTrans" cxnId="{62D99454-A6ED-40E7-BE66-09719FEF4D3B}">
      <dgm:prSet/>
      <dgm:spPr/>
      <dgm:t>
        <a:bodyPr/>
        <a:lstStyle/>
        <a:p>
          <a:endParaRPr lang="en-US"/>
        </a:p>
      </dgm:t>
    </dgm:pt>
    <dgm:pt modelId="{91E3872F-5723-4B62-BC0C-48BBE60FD9FD}">
      <dgm:prSet/>
      <dgm:spPr/>
      <dgm:t>
        <a:bodyPr/>
        <a:lstStyle/>
        <a:p>
          <a:r>
            <a:rPr lang="en-GB" b="1" i="0" dirty="0">
              <a:latin typeface="Abadi MT Condensed Extra Bold" panose="020B0306030101010103" pitchFamily="34" charset="77"/>
            </a:rPr>
            <a:t>Target Variable:</a:t>
          </a:r>
        </a:p>
        <a:p>
          <a:r>
            <a:rPr lang="en-GB" b="0" i="0" dirty="0">
              <a:latin typeface="Abadi MT Condensed Light" panose="020B0306030101010103" pitchFamily="34" charset="77"/>
            </a:rPr>
            <a:t>Annual Household Income (in USD)</a:t>
          </a:r>
          <a:endParaRPr lang="en-US" b="0" i="0" dirty="0">
            <a:latin typeface="Abadi MT Condensed Light" panose="020B0306030101010103" pitchFamily="34" charset="77"/>
          </a:endParaRPr>
        </a:p>
      </dgm:t>
    </dgm:pt>
    <dgm:pt modelId="{9D5F12F9-3B4D-4B70-B7E9-15DF22A7C902}" type="parTrans" cxnId="{660562CA-D7B0-419E-BB04-F89FD50FA098}">
      <dgm:prSet/>
      <dgm:spPr/>
      <dgm:t>
        <a:bodyPr/>
        <a:lstStyle/>
        <a:p>
          <a:endParaRPr lang="en-US"/>
        </a:p>
      </dgm:t>
    </dgm:pt>
    <dgm:pt modelId="{49792A0B-F760-4DF7-9080-4DD5131C2C3A}" type="sibTrans" cxnId="{660562CA-D7B0-419E-BB04-F89FD50FA098}">
      <dgm:prSet/>
      <dgm:spPr/>
      <dgm:t>
        <a:bodyPr/>
        <a:lstStyle/>
        <a:p>
          <a:endParaRPr lang="en-US"/>
        </a:p>
      </dgm:t>
    </dgm:pt>
    <dgm:pt modelId="{8C5E54CC-A8DE-F446-9E1C-9656CB8C3B7B}" type="pres">
      <dgm:prSet presAssocID="{63A12E2F-040A-45AE-AF5B-597B4FF9FC7D}" presName="matrix" presStyleCnt="0">
        <dgm:presLayoutVars>
          <dgm:chMax val="1"/>
          <dgm:dir/>
          <dgm:resizeHandles val="exact"/>
        </dgm:presLayoutVars>
      </dgm:prSet>
      <dgm:spPr/>
    </dgm:pt>
    <dgm:pt modelId="{F190E63F-222D-3C43-A37D-ED874A01AE00}" type="pres">
      <dgm:prSet presAssocID="{63A12E2F-040A-45AE-AF5B-597B4FF9FC7D}" presName="diamond" presStyleLbl="bgShp" presStyleIdx="0" presStyleCnt="1"/>
      <dgm:spPr/>
    </dgm:pt>
    <dgm:pt modelId="{8E30D3BD-9CBE-D440-BD07-121822FD41E3}" type="pres">
      <dgm:prSet presAssocID="{63A12E2F-040A-45AE-AF5B-597B4FF9FC7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43A1360-6468-A044-BE2B-5A0F96237D6A}" type="pres">
      <dgm:prSet presAssocID="{63A12E2F-040A-45AE-AF5B-597B4FF9FC7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493D031E-5DC0-D546-AE34-7477941409E3}" type="pres">
      <dgm:prSet presAssocID="{63A12E2F-040A-45AE-AF5B-597B4FF9FC7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FFDC655-960B-6747-99A6-8656D61ABA98}" type="pres">
      <dgm:prSet presAssocID="{63A12E2F-040A-45AE-AF5B-597B4FF9FC7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BCCDF15-8248-B145-AF91-943AAE37101B}" type="presOf" srcId="{516E6D9B-D8D1-49D4-A66A-F7B6F89B1E26}" destId="{493D031E-5DC0-D546-AE34-7477941409E3}" srcOrd="0" destOrd="0" presId="urn:microsoft.com/office/officeart/2005/8/layout/matrix3"/>
    <dgm:cxn modelId="{73FC3431-961A-41FA-A68A-4D923BC4B6AB}" srcId="{63A12E2F-040A-45AE-AF5B-597B4FF9FC7D}" destId="{CE798366-D805-4E69-8C11-D283700679A3}" srcOrd="0" destOrd="0" parTransId="{ED518061-C3D5-4991-B31F-F233151BC500}" sibTransId="{4759F1FE-AF80-40C3-9105-746D6E0E7AE8}"/>
    <dgm:cxn modelId="{032C7240-06D8-A74F-A897-D8744E076A43}" type="presOf" srcId="{8278F1D2-CAFE-4BB5-A600-EC376165EE74}" destId="{643A1360-6468-A044-BE2B-5A0F96237D6A}" srcOrd="0" destOrd="0" presId="urn:microsoft.com/office/officeart/2005/8/layout/matrix3"/>
    <dgm:cxn modelId="{62D99454-A6ED-40E7-BE66-09719FEF4D3B}" srcId="{63A12E2F-040A-45AE-AF5B-597B4FF9FC7D}" destId="{516E6D9B-D8D1-49D4-A66A-F7B6F89B1E26}" srcOrd="2" destOrd="0" parTransId="{EA4060F7-C7C3-4033-AC27-AA91D7311786}" sibTransId="{4B0920BC-FAD0-4225-8319-EA5369F6C487}"/>
    <dgm:cxn modelId="{076FF676-451B-BC41-86D0-39F93E7F4511}" type="presOf" srcId="{CE798366-D805-4E69-8C11-D283700679A3}" destId="{8E30D3BD-9CBE-D440-BD07-121822FD41E3}" srcOrd="0" destOrd="0" presId="urn:microsoft.com/office/officeart/2005/8/layout/matrix3"/>
    <dgm:cxn modelId="{B20659A9-FAA4-154D-B389-5B71733F8261}" type="presOf" srcId="{91E3872F-5723-4B62-BC0C-48BBE60FD9FD}" destId="{9FFDC655-960B-6747-99A6-8656D61ABA98}" srcOrd="0" destOrd="0" presId="urn:microsoft.com/office/officeart/2005/8/layout/matrix3"/>
    <dgm:cxn modelId="{660562CA-D7B0-419E-BB04-F89FD50FA098}" srcId="{63A12E2F-040A-45AE-AF5B-597B4FF9FC7D}" destId="{91E3872F-5723-4B62-BC0C-48BBE60FD9FD}" srcOrd="3" destOrd="0" parTransId="{9D5F12F9-3B4D-4B70-B7E9-15DF22A7C902}" sibTransId="{49792A0B-F760-4DF7-9080-4DD5131C2C3A}"/>
    <dgm:cxn modelId="{B4FE67E4-8BA0-40C8-912E-6F8A9A20A022}" srcId="{63A12E2F-040A-45AE-AF5B-597B4FF9FC7D}" destId="{8278F1D2-CAFE-4BB5-A600-EC376165EE74}" srcOrd="1" destOrd="0" parTransId="{06199DFB-804F-4AFD-B75C-7F61CF23F54A}" sibTransId="{D3D666CB-8605-4CCD-8126-79FD9BA7A913}"/>
    <dgm:cxn modelId="{9953FCE6-BFE9-1E42-9C32-F4B207CAE277}" type="presOf" srcId="{63A12E2F-040A-45AE-AF5B-597B4FF9FC7D}" destId="{8C5E54CC-A8DE-F446-9E1C-9656CB8C3B7B}" srcOrd="0" destOrd="0" presId="urn:microsoft.com/office/officeart/2005/8/layout/matrix3"/>
    <dgm:cxn modelId="{67BEFB35-FF5D-844C-A959-053E40999850}" type="presParOf" srcId="{8C5E54CC-A8DE-F446-9E1C-9656CB8C3B7B}" destId="{F190E63F-222D-3C43-A37D-ED874A01AE00}" srcOrd="0" destOrd="0" presId="urn:microsoft.com/office/officeart/2005/8/layout/matrix3"/>
    <dgm:cxn modelId="{4EB127D2-5250-0B4A-A35A-AB089BF9CE91}" type="presParOf" srcId="{8C5E54CC-A8DE-F446-9E1C-9656CB8C3B7B}" destId="{8E30D3BD-9CBE-D440-BD07-121822FD41E3}" srcOrd="1" destOrd="0" presId="urn:microsoft.com/office/officeart/2005/8/layout/matrix3"/>
    <dgm:cxn modelId="{F6F15F04-7833-A14C-B005-73F175D174D9}" type="presParOf" srcId="{8C5E54CC-A8DE-F446-9E1C-9656CB8C3B7B}" destId="{643A1360-6468-A044-BE2B-5A0F96237D6A}" srcOrd="2" destOrd="0" presId="urn:microsoft.com/office/officeart/2005/8/layout/matrix3"/>
    <dgm:cxn modelId="{00934BFA-B6DF-5246-96F4-4662C5201156}" type="presParOf" srcId="{8C5E54CC-A8DE-F446-9E1C-9656CB8C3B7B}" destId="{493D031E-5DC0-D546-AE34-7477941409E3}" srcOrd="3" destOrd="0" presId="urn:microsoft.com/office/officeart/2005/8/layout/matrix3"/>
    <dgm:cxn modelId="{B8556EEC-E5C8-5D4D-92D1-8960F67E45E7}" type="presParOf" srcId="{8C5E54CC-A8DE-F446-9E1C-9656CB8C3B7B}" destId="{9FFDC655-960B-6747-99A6-8656D61ABA98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42D1B7-04C9-394D-BBED-90579AAA06B2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D52E14AC-16CF-B14B-A513-AF1417539A8D}">
      <dgm:prSet custT="1"/>
      <dgm:spPr/>
      <dgm:t>
        <a:bodyPr/>
        <a:lstStyle/>
        <a:p>
          <a:r>
            <a:rPr lang="en-GB" sz="3200" b="0" i="0">
              <a:latin typeface="Abadi MT Condensed Light" panose="020B0306030101010103" pitchFamily="34" charset="77"/>
            </a:rPr>
            <a:t>Data Preprocessing:</a:t>
          </a:r>
          <a:endParaRPr lang="en-GR" sz="3200" b="0" i="0">
            <a:latin typeface="Abadi MT Condensed Light" panose="020B0306030101010103" pitchFamily="34" charset="77"/>
          </a:endParaRPr>
        </a:p>
      </dgm:t>
    </dgm:pt>
    <dgm:pt modelId="{D9F3F947-89AC-BF44-B960-71B62A56EFAE}" type="parTrans" cxnId="{F80A97CE-9F3D-D943-9F42-990C67ED2156}">
      <dgm:prSet/>
      <dgm:spPr/>
      <dgm:t>
        <a:bodyPr/>
        <a:lstStyle/>
        <a:p>
          <a:endParaRPr lang="en-GB"/>
        </a:p>
      </dgm:t>
    </dgm:pt>
    <dgm:pt modelId="{EF82C4C2-822E-F544-BB3E-FB449B784B5C}" type="sibTrans" cxnId="{F80A97CE-9F3D-D943-9F42-990C67ED2156}">
      <dgm:prSet/>
      <dgm:spPr/>
      <dgm:t>
        <a:bodyPr/>
        <a:lstStyle/>
        <a:p>
          <a:endParaRPr lang="en-GB"/>
        </a:p>
      </dgm:t>
    </dgm:pt>
    <dgm:pt modelId="{BFFB76B9-E53D-164F-A490-3ABC812D66A4}">
      <dgm:prSet custT="1"/>
      <dgm:spPr/>
      <dgm:t>
        <a:bodyPr/>
        <a:lstStyle/>
        <a:p>
          <a:r>
            <a:rPr lang="en-GB" sz="1600" b="0" i="0">
              <a:latin typeface="Abadi MT Condensed Light" panose="020B0306030101010103" pitchFamily="34" charset="77"/>
            </a:rPr>
            <a:t>One-Hot Encoding for categorical variables.</a:t>
          </a:r>
          <a:endParaRPr lang="en-GR" sz="1600" b="0" i="0">
            <a:latin typeface="Abadi MT Condensed Light" panose="020B0306030101010103" pitchFamily="34" charset="77"/>
          </a:endParaRPr>
        </a:p>
      </dgm:t>
    </dgm:pt>
    <dgm:pt modelId="{62E9BC3C-C34D-CE4B-B8CA-AF0A493CCE60}" type="parTrans" cxnId="{AE76983A-6BAD-C84E-ABEE-6BC0EC47E471}">
      <dgm:prSet/>
      <dgm:spPr/>
      <dgm:t>
        <a:bodyPr/>
        <a:lstStyle/>
        <a:p>
          <a:endParaRPr lang="en-GB"/>
        </a:p>
      </dgm:t>
    </dgm:pt>
    <dgm:pt modelId="{80D5ED8E-3831-D84D-ADE2-A96E3261B676}" type="sibTrans" cxnId="{AE76983A-6BAD-C84E-ABEE-6BC0EC47E471}">
      <dgm:prSet/>
      <dgm:spPr/>
      <dgm:t>
        <a:bodyPr/>
        <a:lstStyle/>
        <a:p>
          <a:endParaRPr lang="en-GB"/>
        </a:p>
      </dgm:t>
    </dgm:pt>
    <dgm:pt modelId="{FEF290AF-43E0-8040-A1A0-2E13A6152069}">
      <dgm:prSet custT="1"/>
      <dgm:spPr/>
      <dgm:t>
        <a:bodyPr/>
        <a:lstStyle/>
        <a:p>
          <a:r>
            <a:rPr lang="en-GB" sz="1600" b="0" i="0">
              <a:latin typeface="Abadi MT Condensed Light" panose="020B0306030101010103" pitchFamily="34" charset="77"/>
            </a:rPr>
            <a:t>Manual encoding for ordinal features (Education Level).</a:t>
          </a:r>
          <a:endParaRPr lang="en-GR" sz="1600" b="0" i="0">
            <a:latin typeface="Abadi MT Condensed Light" panose="020B0306030101010103" pitchFamily="34" charset="77"/>
          </a:endParaRPr>
        </a:p>
      </dgm:t>
    </dgm:pt>
    <dgm:pt modelId="{B7CA34BB-223F-6446-844D-43D74DF8856D}" type="parTrans" cxnId="{806C592E-EE4E-A244-8CF9-7F957630FFB6}">
      <dgm:prSet/>
      <dgm:spPr/>
      <dgm:t>
        <a:bodyPr/>
        <a:lstStyle/>
        <a:p>
          <a:endParaRPr lang="en-GB"/>
        </a:p>
      </dgm:t>
    </dgm:pt>
    <dgm:pt modelId="{BBFFBE5A-FBE6-7149-ADB5-4928B8C22FCB}" type="sibTrans" cxnId="{806C592E-EE4E-A244-8CF9-7F957630FFB6}">
      <dgm:prSet/>
      <dgm:spPr/>
      <dgm:t>
        <a:bodyPr/>
        <a:lstStyle/>
        <a:p>
          <a:endParaRPr lang="en-GB"/>
        </a:p>
      </dgm:t>
    </dgm:pt>
    <dgm:pt modelId="{CAE22BC7-E518-9E4F-B66F-A58A324AB7E4}">
      <dgm:prSet custT="1"/>
      <dgm:spPr/>
      <dgm:t>
        <a:bodyPr/>
        <a:lstStyle/>
        <a:p>
          <a:r>
            <a:rPr lang="en-GB" sz="1600" b="0" i="0">
              <a:latin typeface="Abadi MT Condensed Light" panose="020B0306030101010103" pitchFamily="34" charset="77"/>
            </a:rPr>
            <a:t>Log transformation of the target variable (Income).</a:t>
          </a:r>
          <a:endParaRPr lang="en-GR" sz="1600" b="0" i="0">
            <a:latin typeface="Abadi MT Condensed Light" panose="020B0306030101010103" pitchFamily="34" charset="77"/>
          </a:endParaRPr>
        </a:p>
      </dgm:t>
    </dgm:pt>
    <dgm:pt modelId="{7D52EBC0-7408-3449-B426-580DA3FC72DC}" type="parTrans" cxnId="{F5D10BC0-C190-7240-97AC-C5F9F53105C3}">
      <dgm:prSet/>
      <dgm:spPr/>
      <dgm:t>
        <a:bodyPr/>
        <a:lstStyle/>
        <a:p>
          <a:endParaRPr lang="en-GB"/>
        </a:p>
      </dgm:t>
    </dgm:pt>
    <dgm:pt modelId="{3D107D90-E152-BE46-8364-C6AAE2E75E39}" type="sibTrans" cxnId="{F5D10BC0-C190-7240-97AC-C5F9F53105C3}">
      <dgm:prSet/>
      <dgm:spPr/>
      <dgm:t>
        <a:bodyPr/>
        <a:lstStyle/>
        <a:p>
          <a:endParaRPr lang="en-GB"/>
        </a:p>
      </dgm:t>
    </dgm:pt>
    <dgm:pt modelId="{D32081B1-E58A-5448-93B6-9D21C2DE6FC3}">
      <dgm:prSet custT="1"/>
      <dgm:spPr/>
      <dgm:t>
        <a:bodyPr/>
        <a:lstStyle/>
        <a:p>
          <a:r>
            <a:rPr lang="en-GB" sz="3200" b="0" i="0">
              <a:latin typeface="Abadi MT Condensed Light" panose="020B0306030101010103" pitchFamily="34" charset="77"/>
            </a:rPr>
            <a:t>Model Selection:</a:t>
          </a:r>
          <a:endParaRPr lang="en-GR" sz="3200" b="0" i="0">
            <a:latin typeface="Abadi MT Condensed Light" panose="020B0306030101010103" pitchFamily="34" charset="77"/>
          </a:endParaRPr>
        </a:p>
      </dgm:t>
    </dgm:pt>
    <dgm:pt modelId="{2511B189-FA48-7744-AB05-D4AD9BC7C4F3}" type="parTrans" cxnId="{A74F0B0A-914E-7142-9A35-C450D32606E3}">
      <dgm:prSet/>
      <dgm:spPr/>
      <dgm:t>
        <a:bodyPr/>
        <a:lstStyle/>
        <a:p>
          <a:endParaRPr lang="en-GB"/>
        </a:p>
      </dgm:t>
    </dgm:pt>
    <dgm:pt modelId="{3E501BC7-678A-8A4E-9E78-5DD1AE4C3587}" type="sibTrans" cxnId="{A74F0B0A-914E-7142-9A35-C450D32606E3}">
      <dgm:prSet/>
      <dgm:spPr/>
      <dgm:t>
        <a:bodyPr/>
        <a:lstStyle/>
        <a:p>
          <a:endParaRPr lang="en-GB"/>
        </a:p>
      </dgm:t>
    </dgm:pt>
    <dgm:pt modelId="{7657D2DC-0597-0647-975F-0E8DFA9A9378}">
      <dgm:prSet custT="1"/>
      <dgm:spPr/>
      <dgm:t>
        <a:bodyPr/>
        <a:lstStyle/>
        <a:p>
          <a:r>
            <a:rPr lang="en-GB" sz="1600" b="0" i="0">
              <a:latin typeface="Abadi MT Condensed Light" panose="020B0306030101010103" pitchFamily="34" charset="77"/>
            </a:rPr>
            <a:t>Linear Regression, Lasso, Ridge Regression.</a:t>
          </a:r>
          <a:endParaRPr lang="en-GR" sz="1600" b="0" i="0">
            <a:latin typeface="Abadi MT Condensed Light" panose="020B0306030101010103" pitchFamily="34" charset="77"/>
          </a:endParaRPr>
        </a:p>
      </dgm:t>
    </dgm:pt>
    <dgm:pt modelId="{5545E93E-C74E-4947-80D3-1931AB58AC97}" type="parTrans" cxnId="{D4856AFC-5225-5143-BC0D-37812F27AE9B}">
      <dgm:prSet/>
      <dgm:spPr/>
      <dgm:t>
        <a:bodyPr/>
        <a:lstStyle/>
        <a:p>
          <a:endParaRPr lang="en-GB"/>
        </a:p>
      </dgm:t>
    </dgm:pt>
    <dgm:pt modelId="{D59E00B7-1E75-BA47-B594-3E797750AE14}" type="sibTrans" cxnId="{D4856AFC-5225-5143-BC0D-37812F27AE9B}">
      <dgm:prSet/>
      <dgm:spPr/>
      <dgm:t>
        <a:bodyPr/>
        <a:lstStyle/>
        <a:p>
          <a:endParaRPr lang="en-GB"/>
        </a:p>
      </dgm:t>
    </dgm:pt>
    <dgm:pt modelId="{57AFAAD2-9B5A-E34B-A7E4-A02F8DC7F1DC}">
      <dgm:prSet custT="1"/>
      <dgm:spPr/>
      <dgm:t>
        <a:bodyPr/>
        <a:lstStyle/>
        <a:p>
          <a:r>
            <a:rPr lang="en-GB" sz="1600" b="0" i="0">
              <a:latin typeface="Abadi MT Condensed Light" panose="020B0306030101010103" pitchFamily="34" charset="77"/>
            </a:rPr>
            <a:t>Decision Tree, Random Forest, XGBoost.</a:t>
          </a:r>
          <a:endParaRPr lang="en-GR" sz="1600" b="0" i="0">
            <a:latin typeface="Abadi MT Condensed Light" panose="020B0306030101010103" pitchFamily="34" charset="77"/>
          </a:endParaRPr>
        </a:p>
      </dgm:t>
    </dgm:pt>
    <dgm:pt modelId="{C941AC52-4B9E-FB4A-95BF-B707B1CE6523}" type="parTrans" cxnId="{BBE1FF04-6293-BA42-830F-A08FA5B67087}">
      <dgm:prSet/>
      <dgm:spPr/>
      <dgm:t>
        <a:bodyPr/>
        <a:lstStyle/>
        <a:p>
          <a:endParaRPr lang="en-GB"/>
        </a:p>
      </dgm:t>
    </dgm:pt>
    <dgm:pt modelId="{D2B62E87-FAC9-C746-8C30-F0227688578A}" type="sibTrans" cxnId="{BBE1FF04-6293-BA42-830F-A08FA5B67087}">
      <dgm:prSet/>
      <dgm:spPr/>
      <dgm:t>
        <a:bodyPr/>
        <a:lstStyle/>
        <a:p>
          <a:endParaRPr lang="en-GB"/>
        </a:p>
      </dgm:t>
    </dgm:pt>
    <dgm:pt modelId="{23229B42-C02F-6A4B-9670-2BF74FA84C59}">
      <dgm:prSet custT="1"/>
      <dgm:spPr/>
      <dgm:t>
        <a:bodyPr/>
        <a:lstStyle/>
        <a:p>
          <a:r>
            <a:rPr lang="en-GB" sz="3200" b="0" i="0">
              <a:latin typeface="Abadi MT Condensed Light" panose="020B0306030101010103" pitchFamily="34" charset="77"/>
            </a:rPr>
            <a:t>Evaluation Metrics:</a:t>
          </a:r>
          <a:endParaRPr lang="en-GR" sz="3200" b="0" i="0">
            <a:latin typeface="Abadi MT Condensed Light" panose="020B0306030101010103" pitchFamily="34" charset="77"/>
          </a:endParaRPr>
        </a:p>
      </dgm:t>
    </dgm:pt>
    <dgm:pt modelId="{625F7A25-8916-684D-AF4E-BDD54E370E47}" type="parTrans" cxnId="{B1E1B7E9-7EA3-7D4A-9822-9D549A8DA95C}">
      <dgm:prSet/>
      <dgm:spPr/>
      <dgm:t>
        <a:bodyPr/>
        <a:lstStyle/>
        <a:p>
          <a:endParaRPr lang="en-GB"/>
        </a:p>
      </dgm:t>
    </dgm:pt>
    <dgm:pt modelId="{73FF770B-0BBA-5246-9B4E-EA114DCDE839}" type="sibTrans" cxnId="{B1E1B7E9-7EA3-7D4A-9822-9D549A8DA95C}">
      <dgm:prSet/>
      <dgm:spPr/>
      <dgm:t>
        <a:bodyPr/>
        <a:lstStyle/>
        <a:p>
          <a:endParaRPr lang="en-GB"/>
        </a:p>
      </dgm:t>
    </dgm:pt>
    <dgm:pt modelId="{DE6557DA-EFF6-D046-9187-F904BE0FDCDB}">
      <dgm:prSet custT="1"/>
      <dgm:spPr/>
      <dgm:t>
        <a:bodyPr/>
        <a:lstStyle/>
        <a:p>
          <a:r>
            <a:rPr lang="en-GB" sz="1600" b="0" i="0" dirty="0">
              <a:latin typeface="Abadi MT Condensed Light" panose="020B0306030101010103" pitchFamily="34" charset="77"/>
            </a:rPr>
            <a:t>Mean Squared Error (MSE), Mean Absolute Error (MAE), R-squared ( R</a:t>
          </a:r>
          <a:r>
            <a:rPr lang="en-GB" sz="1600" b="0" i="0" baseline="30000" dirty="0">
              <a:latin typeface="Abadi MT Condensed Light" panose="020B0306030101010103" pitchFamily="34" charset="77"/>
            </a:rPr>
            <a:t>2</a:t>
          </a:r>
          <a:r>
            <a:rPr lang="en-GB" sz="1600" b="0" i="0" dirty="0">
              <a:latin typeface="Abadi MT Condensed Light" panose="020B0306030101010103" pitchFamily="34" charset="77"/>
            </a:rPr>
            <a:t> ).</a:t>
          </a:r>
          <a:endParaRPr lang="en-GR" sz="1600" b="0" i="0" dirty="0">
            <a:latin typeface="Abadi MT Condensed Light" panose="020B0306030101010103" pitchFamily="34" charset="77"/>
          </a:endParaRPr>
        </a:p>
      </dgm:t>
    </dgm:pt>
    <dgm:pt modelId="{B130280A-4026-4F49-954A-CEC5CC3C886F}" type="parTrans" cxnId="{04FD07DF-5472-5249-A5EE-42A1EA0058CE}">
      <dgm:prSet/>
      <dgm:spPr/>
      <dgm:t>
        <a:bodyPr/>
        <a:lstStyle/>
        <a:p>
          <a:endParaRPr lang="en-GB"/>
        </a:p>
      </dgm:t>
    </dgm:pt>
    <dgm:pt modelId="{F2BE66EE-356F-7D42-8287-D193C2FE3C00}" type="sibTrans" cxnId="{04FD07DF-5472-5249-A5EE-42A1EA0058CE}">
      <dgm:prSet/>
      <dgm:spPr/>
      <dgm:t>
        <a:bodyPr/>
        <a:lstStyle/>
        <a:p>
          <a:endParaRPr lang="en-GB"/>
        </a:p>
      </dgm:t>
    </dgm:pt>
    <dgm:pt modelId="{802587E4-CAED-D147-A445-F24F61E10267}" type="pres">
      <dgm:prSet presAssocID="{3242D1B7-04C9-394D-BBED-90579AAA06B2}" presName="Name0" presStyleCnt="0">
        <dgm:presLayoutVars>
          <dgm:dir/>
          <dgm:animLvl val="lvl"/>
          <dgm:resizeHandles val="exact"/>
        </dgm:presLayoutVars>
      </dgm:prSet>
      <dgm:spPr/>
    </dgm:pt>
    <dgm:pt modelId="{8DF1AFEE-8F72-0343-B4BA-6320F77FABA0}" type="pres">
      <dgm:prSet presAssocID="{D52E14AC-16CF-B14B-A513-AF1417539A8D}" presName="linNode" presStyleCnt="0"/>
      <dgm:spPr/>
    </dgm:pt>
    <dgm:pt modelId="{5318C48F-ACB6-0447-AC13-B6C9190B7FF5}" type="pres">
      <dgm:prSet presAssocID="{D52E14AC-16CF-B14B-A513-AF1417539A8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51510414-0CD9-8D4E-9EFB-3AD5F72DDADA}" type="pres">
      <dgm:prSet presAssocID="{D52E14AC-16CF-B14B-A513-AF1417539A8D}" presName="descendantText" presStyleLbl="alignAccFollowNode1" presStyleIdx="0" presStyleCnt="3">
        <dgm:presLayoutVars>
          <dgm:bulletEnabled val="1"/>
        </dgm:presLayoutVars>
      </dgm:prSet>
      <dgm:spPr/>
    </dgm:pt>
    <dgm:pt modelId="{7B2A22F8-5034-D342-9317-AEE7B047A047}" type="pres">
      <dgm:prSet presAssocID="{EF82C4C2-822E-F544-BB3E-FB449B784B5C}" presName="sp" presStyleCnt="0"/>
      <dgm:spPr/>
    </dgm:pt>
    <dgm:pt modelId="{6489FB1F-4AB2-6747-BEA6-941D588D57E8}" type="pres">
      <dgm:prSet presAssocID="{D32081B1-E58A-5448-93B6-9D21C2DE6FC3}" presName="linNode" presStyleCnt="0"/>
      <dgm:spPr/>
    </dgm:pt>
    <dgm:pt modelId="{5716C3AC-E916-0E4C-91ED-629AB7F3FE43}" type="pres">
      <dgm:prSet presAssocID="{D32081B1-E58A-5448-93B6-9D21C2DE6FC3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0E645E3-BE29-4A48-B94A-F80977A2C4BC}" type="pres">
      <dgm:prSet presAssocID="{D32081B1-E58A-5448-93B6-9D21C2DE6FC3}" presName="descendantText" presStyleLbl="alignAccFollowNode1" presStyleIdx="1" presStyleCnt="3">
        <dgm:presLayoutVars>
          <dgm:bulletEnabled val="1"/>
        </dgm:presLayoutVars>
      </dgm:prSet>
      <dgm:spPr/>
    </dgm:pt>
    <dgm:pt modelId="{DC980EFE-C046-7F49-8370-692AAC9C128D}" type="pres">
      <dgm:prSet presAssocID="{3E501BC7-678A-8A4E-9E78-5DD1AE4C3587}" presName="sp" presStyleCnt="0"/>
      <dgm:spPr/>
    </dgm:pt>
    <dgm:pt modelId="{E3E4DAB9-9CBD-CD4F-BB73-226B280B4E98}" type="pres">
      <dgm:prSet presAssocID="{23229B42-C02F-6A4B-9670-2BF74FA84C59}" presName="linNode" presStyleCnt="0"/>
      <dgm:spPr/>
    </dgm:pt>
    <dgm:pt modelId="{0959E284-2FF6-BA4B-8DA4-526241F2CB4E}" type="pres">
      <dgm:prSet presAssocID="{23229B42-C02F-6A4B-9670-2BF74FA84C59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73F50638-3519-524E-B7AE-8BBB1612EEB5}" type="pres">
      <dgm:prSet presAssocID="{23229B42-C02F-6A4B-9670-2BF74FA84C59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BBE1FF04-6293-BA42-830F-A08FA5B67087}" srcId="{D32081B1-E58A-5448-93B6-9D21C2DE6FC3}" destId="{57AFAAD2-9B5A-E34B-A7E4-A02F8DC7F1DC}" srcOrd="1" destOrd="0" parTransId="{C941AC52-4B9E-FB4A-95BF-B707B1CE6523}" sibTransId="{D2B62E87-FAC9-C746-8C30-F0227688578A}"/>
    <dgm:cxn modelId="{A74F0B0A-914E-7142-9A35-C450D32606E3}" srcId="{3242D1B7-04C9-394D-BBED-90579AAA06B2}" destId="{D32081B1-E58A-5448-93B6-9D21C2DE6FC3}" srcOrd="1" destOrd="0" parTransId="{2511B189-FA48-7744-AB05-D4AD9BC7C4F3}" sibTransId="{3E501BC7-678A-8A4E-9E78-5DD1AE4C3587}"/>
    <dgm:cxn modelId="{806C592E-EE4E-A244-8CF9-7F957630FFB6}" srcId="{D52E14AC-16CF-B14B-A513-AF1417539A8D}" destId="{FEF290AF-43E0-8040-A1A0-2E13A6152069}" srcOrd="1" destOrd="0" parTransId="{B7CA34BB-223F-6446-844D-43D74DF8856D}" sibTransId="{BBFFBE5A-FBE6-7149-ADB5-4928B8C22FCB}"/>
    <dgm:cxn modelId="{AE76983A-6BAD-C84E-ABEE-6BC0EC47E471}" srcId="{D52E14AC-16CF-B14B-A513-AF1417539A8D}" destId="{BFFB76B9-E53D-164F-A490-3ABC812D66A4}" srcOrd="0" destOrd="0" parTransId="{62E9BC3C-C34D-CE4B-B8CA-AF0A493CCE60}" sibTransId="{80D5ED8E-3831-D84D-ADE2-A96E3261B676}"/>
    <dgm:cxn modelId="{515AB356-CB82-854E-A948-376798D9C3F8}" type="presOf" srcId="{D52E14AC-16CF-B14B-A513-AF1417539A8D}" destId="{5318C48F-ACB6-0447-AC13-B6C9190B7FF5}" srcOrd="0" destOrd="0" presId="urn:microsoft.com/office/officeart/2005/8/layout/vList5"/>
    <dgm:cxn modelId="{D3646A5D-31A6-4A41-8372-525A8BC0E80D}" type="presOf" srcId="{D32081B1-E58A-5448-93B6-9D21C2DE6FC3}" destId="{5716C3AC-E916-0E4C-91ED-629AB7F3FE43}" srcOrd="0" destOrd="0" presId="urn:microsoft.com/office/officeart/2005/8/layout/vList5"/>
    <dgm:cxn modelId="{4921E16B-E22F-DA45-B833-8EE4D5F68752}" type="presOf" srcId="{DE6557DA-EFF6-D046-9187-F904BE0FDCDB}" destId="{73F50638-3519-524E-B7AE-8BBB1612EEB5}" srcOrd="0" destOrd="0" presId="urn:microsoft.com/office/officeart/2005/8/layout/vList5"/>
    <dgm:cxn modelId="{98F53F86-ABA2-EF45-85F7-11B9A71B4681}" type="presOf" srcId="{BFFB76B9-E53D-164F-A490-3ABC812D66A4}" destId="{51510414-0CD9-8D4E-9EFB-3AD5F72DDADA}" srcOrd="0" destOrd="0" presId="urn:microsoft.com/office/officeart/2005/8/layout/vList5"/>
    <dgm:cxn modelId="{6ECE1987-950F-1F41-B7D2-D9CAF6788FCF}" type="presOf" srcId="{57AFAAD2-9B5A-E34B-A7E4-A02F8DC7F1DC}" destId="{00E645E3-BE29-4A48-B94A-F80977A2C4BC}" srcOrd="0" destOrd="1" presId="urn:microsoft.com/office/officeart/2005/8/layout/vList5"/>
    <dgm:cxn modelId="{7741F294-8DD0-F141-BE3E-B87E63AF5A28}" type="presOf" srcId="{FEF290AF-43E0-8040-A1A0-2E13A6152069}" destId="{51510414-0CD9-8D4E-9EFB-3AD5F72DDADA}" srcOrd="0" destOrd="1" presId="urn:microsoft.com/office/officeart/2005/8/layout/vList5"/>
    <dgm:cxn modelId="{DDEB0796-1D03-F046-9E14-0A32E5373608}" type="presOf" srcId="{CAE22BC7-E518-9E4F-B66F-A58A324AB7E4}" destId="{51510414-0CD9-8D4E-9EFB-3AD5F72DDADA}" srcOrd="0" destOrd="2" presId="urn:microsoft.com/office/officeart/2005/8/layout/vList5"/>
    <dgm:cxn modelId="{45BCDEB2-E2EF-5849-A2CC-7DA0CF66CD0B}" type="presOf" srcId="{7657D2DC-0597-0647-975F-0E8DFA9A9378}" destId="{00E645E3-BE29-4A48-B94A-F80977A2C4BC}" srcOrd="0" destOrd="0" presId="urn:microsoft.com/office/officeart/2005/8/layout/vList5"/>
    <dgm:cxn modelId="{C72FDFBC-4786-4147-90EF-E257E8E9F2F2}" type="presOf" srcId="{3242D1B7-04C9-394D-BBED-90579AAA06B2}" destId="{802587E4-CAED-D147-A445-F24F61E10267}" srcOrd="0" destOrd="0" presId="urn:microsoft.com/office/officeart/2005/8/layout/vList5"/>
    <dgm:cxn modelId="{F5D10BC0-C190-7240-97AC-C5F9F53105C3}" srcId="{D52E14AC-16CF-B14B-A513-AF1417539A8D}" destId="{CAE22BC7-E518-9E4F-B66F-A58A324AB7E4}" srcOrd="2" destOrd="0" parTransId="{7D52EBC0-7408-3449-B426-580DA3FC72DC}" sibTransId="{3D107D90-E152-BE46-8364-C6AAE2E75E39}"/>
    <dgm:cxn modelId="{025B50C4-9D42-A644-B08A-169772108507}" type="presOf" srcId="{23229B42-C02F-6A4B-9670-2BF74FA84C59}" destId="{0959E284-2FF6-BA4B-8DA4-526241F2CB4E}" srcOrd="0" destOrd="0" presId="urn:microsoft.com/office/officeart/2005/8/layout/vList5"/>
    <dgm:cxn modelId="{F80A97CE-9F3D-D943-9F42-990C67ED2156}" srcId="{3242D1B7-04C9-394D-BBED-90579AAA06B2}" destId="{D52E14AC-16CF-B14B-A513-AF1417539A8D}" srcOrd="0" destOrd="0" parTransId="{D9F3F947-89AC-BF44-B960-71B62A56EFAE}" sibTransId="{EF82C4C2-822E-F544-BB3E-FB449B784B5C}"/>
    <dgm:cxn modelId="{04FD07DF-5472-5249-A5EE-42A1EA0058CE}" srcId="{23229B42-C02F-6A4B-9670-2BF74FA84C59}" destId="{DE6557DA-EFF6-D046-9187-F904BE0FDCDB}" srcOrd="0" destOrd="0" parTransId="{B130280A-4026-4F49-954A-CEC5CC3C886F}" sibTransId="{F2BE66EE-356F-7D42-8287-D193C2FE3C00}"/>
    <dgm:cxn modelId="{B1E1B7E9-7EA3-7D4A-9822-9D549A8DA95C}" srcId="{3242D1B7-04C9-394D-BBED-90579AAA06B2}" destId="{23229B42-C02F-6A4B-9670-2BF74FA84C59}" srcOrd="2" destOrd="0" parTransId="{625F7A25-8916-684D-AF4E-BDD54E370E47}" sibTransId="{73FF770B-0BBA-5246-9B4E-EA114DCDE839}"/>
    <dgm:cxn modelId="{D4856AFC-5225-5143-BC0D-37812F27AE9B}" srcId="{D32081B1-E58A-5448-93B6-9D21C2DE6FC3}" destId="{7657D2DC-0597-0647-975F-0E8DFA9A9378}" srcOrd="0" destOrd="0" parTransId="{5545E93E-C74E-4947-80D3-1931AB58AC97}" sibTransId="{D59E00B7-1E75-BA47-B594-3E797750AE14}"/>
    <dgm:cxn modelId="{AC2F56AD-AB5C-FA4B-AB3A-8F77DE46D998}" type="presParOf" srcId="{802587E4-CAED-D147-A445-F24F61E10267}" destId="{8DF1AFEE-8F72-0343-B4BA-6320F77FABA0}" srcOrd="0" destOrd="0" presId="urn:microsoft.com/office/officeart/2005/8/layout/vList5"/>
    <dgm:cxn modelId="{0ACCD38A-8DD5-1D49-8D0E-7ABD0A7E203D}" type="presParOf" srcId="{8DF1AFEE-8F72-0343-B4BA-6320F77FABA0}" destId="{5318C48F-ACB6-0447-AC13-B6C9190B7FF5}" srcOrd="0" destOrd="0" presId="urn:microsoft.com/office/officeart/2005/8/layout/vList5"/>
    <dgm:cxn modelId="{11A8A20D-B160-D845-93D4-6C3BA74BC5A4}" type="presParOf" srcId="{8DF1AFEE-8F72-0343-B4BA-6320F77FABA0}" destId="{51510414-0CD9-8D4E-9EFB-3AD5F72DDADA}" srcOrd="1" destOrd="0" presId="urn:microsoft.com/office/officeart/2005/8/layout/vList5"/>
    <dgm:cxn modelId="{1BA10D55-873E-4D4D-AE00-A9EE94B9B5AB}" type="presParOf" srcId="{802587E4-CAED-D147-A445-F24F61E10267}" destId="{7B2A22F8-5034-D342-9317-AEE7B047A047}" srcOrd="1" destOrd="0" presId="urn:microsoft.com/office/officeart/2005/8/layout/vList5"/>
    <dgm:cxn modelId="{6625B2B9-E2F4-5042-AB11-E9300C34436C}" type="presParOf" srcId="{802587E4-CAED-D147-A445-F24F61E10267}" destId="{6489FB1F-4AB2-6747-BEA6-941D588D57E8}" srcOrd="2" destOrd="0" presId="urn:microsoft.com/office/officeart/2005/8/layout/vList5"/>
    <dgm:cxn modelId="{CD31AEE8-716D-0946-B606-8C59ECF94B77}" type="presParOf" srcId="{6489FB1F-4AB2-6747-BEA6-941D588D57E8}" destId="{5716C3AC-E916-0E4C-91ED-629AB7F3FE43}" srcOrd="0" destOrd="0" presId="urn:microsoft.com/office/officeart/2005/8/layout/vList5"/>
    <dgm:cxn modelId="{AB5C774D-517F-9249-A0BA-19542E27B227}" type="presParOf" srcId="{6489FB1F-4AB2-6747-BEA6-941D588D57E8}" destId="{00E645E3-BE29-4A48-B94A-F80977A2C4BC}" srcOrd="1" destOrd="0" presId="urn:microsoft.com/office/officeart/2005/8/layout/vList5"/>
    <dgm:cxn modelId="{C6BBA011-9C39-5A41-89D6-E33647AC9FED}" type="presParOf" srcId="{802587E4-CAED-D147-A445-F24F61E10267}" destId="{DC980EFE-C046-7F49-8370-692AAC9C128D}" srcOrd="3" destOrd="0" presId="urn:microsoft.com/office/officeart/2005/8/layout/vList5"/>
    <dgm:cxn modelId="{1B8C2B27-E0DE-AF41-A866-C163482F0847}" type="presParOf" srcId="{802587E4-CAED-D147-A445-F24F61E10267}" destId="{E3E4DAB9-9CBD-CD4F-BB73-226B280B4E98}" srcOrd="4" destOrd="0" presId="urn:microsoft.com/office/officeart/2005/8/layout/vList5"/>
    <dgm:cxn modelId="{58260BF1-05D6-814A-B695-60DBCB436B24}" type="presParOf" srcId="{E3E4DAB9-9CBD-CD4F-BB73-226B280B4E98}" destId="{0959E284-2FF6-BA4B-8DA4-526241F2CB4E}" srcOrd="0" destOrd="0" presId="urn:microsoft.com/office/officeart/2005/8/layout/vList5"/>
    <dgm:cxn modelId="{5054614B-F5D8-664D-AB78-1531B30D9C42}" type="presParOf" srcId="{E3E4DAB9-9CBD-CD4F-BB73-226B280B4E98}" destId="{73F50638-3519-524E-B7AE-8BBB1612EEB5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FE78297-D90B-2B40-98E4-9CC1448B4C84}" type="doc">
      <dgm:prSet loTypeId="urn:microsoft.com/office/officeart/2005/8/layout/target3" loCatId="relationship" qsTypeId="urn:microsoft.com/office/officeart/2005/8/quickstyle/simple2" qsCatId="simple" csTypeId="urn:microsoft.com/office/officeart/2005/8/colors/accent2_4" csCatId="accent2" phldr="1"/>
      <dgm:spPr/>
      <dgm:t>
        <a:bodyPr/>
        <a:lstStyle/>
        <a:p>
          <a:endParaRPr lang="en-GB"/>
        </a:p>
      </dgm:t>
    </dgm:pt>
    <dgm:pt modelId="{E399CD7E-E697-0548-86A3-0A6E0147EAC7}">
      <dgm:prSet custT="1"/>
      <dgm:spPr>
        <a:ln>
          <a:solidFill>
            <a:schemeClr val="bg1">
              <a:lumMod val="75000"/>
            </a:schemeClr>
          </a:solidFill>
        </a:ln>
      </dgm:spPr>
      <dgm:t>
        <a:bodyPr/>
        <a:lstStyle/>
        <a:p>
          <a:r>
            <a:rPr lang="en-GB" sz="4000" b="0" i="0" dirty="0">
              <a:latin typeface="Abadi MT Condensed Light" panose="020B0306030101010103" pitchFamily="34" charset="77"/>
            </a:rPr>
            <a:t>Technique:</a:t>
          </a:r>
          <a:endParaRPr lang="en-GR" sz="4000" b="0" i="0" dirty="0">
            <a:latin typeface="Abadi MT Condensed Light" panose="020B0306030101010103" pitchFamily="34" charset="77"/>
          </a:endParaRPr>
        </a:p>
      </dgm:t>
    </dgm:pt>
    <dgm:pt modelId="{0EE3F5FA-F446-8347-AC4A-37F9A6FB5525}" type="parTrans" cxnId="{ED991F20-F7D4-5141-8070-6FF64CE20507}">
      <dgm:prSet/>
      <dgm:spPr/>
      <dgm:t>
        <a:bodyPr/>
        <a:lstStyle/>
        <a:p>
          <a:endParaRPr lang="en-GB"/>
        </a:p>
      </dgm:t>
    </dgm:pt>
    <dgm:pt modelId="{1AD5A580-D8E6-EA4E-AF78-AA411CF078A0}" type="sibTrans" cxnId="{ED991F20-F7D4-5141-8070-6FF64CE20507}">
      <dgm:prSet/>
      <dgm:spPr/>
      <dgm:t>
        <a:bodyPr/>
        <a:lstStyle/>
        <a:p>
          <a:endParaRPr lang="en-GB"/>
        </a:p>
      </dgm:t>
    </dgm:pt>
    <dgm:pt modelId="{606CB9FA-31B6-0F46-8593-E8A1791BD916}">
      <dgm:prSet/>
      <dgm:spPr/>
      <dgm:t>
        <a:bodyPr/>
        <a:lstStyle/>
        <a:p>
          <a:r>
            <a:rPr lang="en-GB" b="0" i="0">
              <a:latin typeface="Abadi MT Condensed Light" panose="020B0306030101010103" pitchFamily="34" charset="77"/>
            </a:rPr>
            <a:t>Grid Search with Cross-Validation (5-fold).</a:t>
          </a:r>
          <a:endParaRPr lang="en-GR" b="0" i="0">
            <a:latin typeface="Abadi MT Condensed Light" panose="020B0306030101010103" pitchFamily="34" charset="77"/>
          </a:endParaRPr>
        </a:p>
      </dgm:t>
    </dgm:pt>
    <dgm:pt modelId="{F1B44D39-D46D-D14E-A84D-8C372806A097}" type="parTrans" cxnId="{26278D88-C17E-1B44-A299-FDB36E3DC6C1}">
      <dgm:prSet/>
      <dgm:spPr/>
      <dgm:t>
        <a:bodyPr/>
        <a:lstStyle/>
        <a:p>
          <a:endParaRPr lang="en-GB"/>
        </a:p>
      </dgm:t>
    </dgm:pt>
    <dgm:pt modelId="{3CDB1563-FF96-294D-97BD-173FEAFC9306}" type="sibTrans" cxnId="{26278D88-C17E-1B44-A299-FDB36E3DC6C1}">
      <dgm:prSet/>
      <dgm:spPr/>
      <dgm:t>
        <a:bodyPr/>
        <a:lstStyle/>
        <a:p>
          <a:endParaRPr lang="en-GB"/>
        </a:p>
      </dgm:t>
    </dgm:pt>
    <dgm:pt modelId="{C914CDF6-24AF-BB40-ABF5-E8E1B1D847FE}">
      <dgm:prSet/>
      <dgm:spPr/>
      <dgm:t>
        <a:bodyPr/>
        <a:lstStyle/>
        <a:p>
          <a:r>
            <a:rPr lang="en-GB" b="0" i="0" dirty="0">
              <a:latin typeface="Abadi MT Condensed Light" panose="020B0306030101010103" pitchFamily="34" charset="77"/>
            </a:rPr>
            <a:t>Stratified K-Fold using binned target variable to ensure balanced folds.</a:t>
          </a:r>
          <a:endParaRPr lang="en-GR" b="0" i="0" dirty="0">
            <a:latin typeface="Abadi MT Condensed Light" panose="020B0306030101010103" pitchFamily="34" charset="77"/>
          </a:endParaRPr>
        </a:p>
      </dgm:t>
    </dgm:pt>
    <dgm:pt modelId="{F9A917CE-7E31-BE4D-9508-658FB42204CA}" type="parTrans" cxnId="{16FAF004-CB33-A640-A826-036CC2BF8C76}">
      <dgm:prSet/>
      <dgm:spPr/>
      <dgm:t>
        <a:bodyPr/>
        <a:lstStyle/>
        <a:p>
          <a:endParaRPr lang="en-GB"/>
        </a:p>
      </dgm:t>
    </dgm:pt>
    <dgm:pt modelId="{8AD227B4-27BE-3046-8EA9-6D102C0C08BC}" type="sibTrans" cxnId="{16FAF004-CB33-A640-A826-036CC2BF8C76}">
      <dgm:prSet/>
      <dgm:spPr/>
      <dgm:t>
        <a:bodyPr/>
        <a:lstStyle/>
        <a:p>
          <a:endParaRPr lang="en-GB"/>
        </a:p>
      </dgm:t>
    </dgm:pt>
    <dgm:pt modelId="{4EEA434F-1190-1B49-A8D9-15B57D9DDBD0}">
      <dgm:prSet custT="1"/>
      <dgm:spPr>
        <a:ln>
          <a:solidFill>
            <a:schemeClr val="bg1">
              <a:lumMod val="75000"/>
            </a:schemeClr>
          </a:solidFill>
        </a:ln>
      </dgm:spPr>
      <dgm:t>
        <a:bodyPr/>
        <a:lstStyle/>
        <a:p>
          <a:r>
            <a:rPr lang="en-GB" sz="4000" b="0" i="0" dirty="0">
              <a:latin typeface="Abadi MT Condensed Light" panose="020B0306030101010103" pitchFamily="34" charset="77"/>
            </a:rPr>
            <a:t>Parameters Tuned:</a:t>
          </a:r>
          <a:endParaRPr lang="en-GR" sz="4000" b="0" i="0" dirty="0">
            <a:latin typeface="Abadi MT Condensed Light" panose="020B0306030101010103" pitchFamily="34" charset="77"/>
          </a:endParaRPr>
        </a:p>
      </dgm:t>
    </dgm:pt>
    <dgm:pt modelId="{8D223F88-A007-4E43-8450-BD9747574C35}" type="parTrans" cxnId="{D196893A-73F0-B842-91F2-DE5C45585F4B}">
      <dgm:prSet/>
      <dgm:spPr/>
      <dgm:t>
        <a:bodyPr/>
        <a:lstStyle/>
        <a:p>
          <a:endParaRPr lang="en-GB"/>
        </a:p>
      </dgm:t>
    </dgm:pt>
    <dgm:pt modelId="{905AA6C6-19FE-024E-ADDB-1F1A9D40F461}" type="sibTrans" cxnId="{D196893A-73F0-B842-91F2-DE5C45585F4B}">
      <dgm:prSet/>
      <dgm:spPr/>
      <dgm:t>
        <a:bodyPr/>
        <a:lstStyle/>
        <a:p>
          <a:endParaRPr lang="en-GB"/>
        </a:p>
      </dgm:t>
    </dgm:pt>
    <dgm:pt modelId="{A12B3FB2-210D-4649-8070-31D4556880B9}">
      <dgm:prSet/>
      <dgm:spPr/>
      <dgm:t>
        <a:bodyPr/>
        <a:lstStyle/>
        <a:p>
          <a:r>
            <a:rPr lang="en-GB" b="0" i="0" dirty="0">
              <a:latin typeface="Abadi MT Condensed Light" panose="020B0306030101010103" pitchFamily="34" charset="77"/>
            </a:rPr>
            <a:t>Regularization strengths for Lasso and Ridge.</a:t>
          </a:r>
          <a:endParaRPr lang="en-GR" b="0" i="0" dirty="0">
            <a:latin typeface="Abadi MT Condensed Light" panose="020B0306030101010103" pitchFamily="34" charset="77"/>
          </a:endParaRPr>
        </a:p>
      </dgm:t>
    </dgm:pt>
    <dgm:pt modelId="{9496D188-4C7A-CE4F-9EA6-61D943942F74}" type="parTrans" cxnId="{E3C4ECF9-5835-524E-B0FB-98AA1FE4B20C}">
      <dgm:prSet/>
      <dgm:spPr/>
      <dgm:t>
        <a:bodyPr/>
        <a:lstStyle/>
        <a:p>
          <a:endParaRPr lang="en-GB"/>
        </a:p>
      </dgm:t>
    </dgm:pt>
    <dgm:pt modelId="{5D4B8961-FE19-7B4D-86A6-5DD5EE7E6DD1}" type="sibTrans" cxnId="{E3C4ECF9-5835-524E-B0FB-98AA1FE4B20C}">
      <dgm:prSet/>
      <dgm:spPr/>
      <dgm:t>
        <a:bodyPr/>
        <a:lstStyle/>
        <a:p>
          <a:endParaRPr lang="en-GB"/>
        </a:p>
      </dgm:t>
    </dgm:pt>
    <dgm:pt modelId="{04CD44AE-80C3-3B49-A6D9-2D4C7CF987A1}">
      <dgm:prSet/>
      <dgm:spPr/>
      <dgm:t>
        <a:bodyPr/>
        <a:lstStyle/>
        <a:p>
          <a:r>
            <a:rPr lang="en-GB" b="0" i="0" dirty="0">
              <a:latin typeface="Abadi MT Condensed Light" panose="020B0306030101010103" pitchFamily="34" charset="77"/>
            </a:rPr>
            <a:t>Tree depths, number of estimators for ensemble models.</a:t>
          </a:r>
          <a:endParaRPr lang="en-GR" b="0" i="0" dirty="0">
            <a:latin typeface="Abadi MT Condensed Light" panose="020B0306030101010103" pitchFamily="34" charset="77"/>
          </a:endParaRPr>
        </a:p>
      </dgm:t>
    </dgm:pt>
    <dgm:pt modelId="{11E6DE8A-D94D-C441-83B5-D677A5ED0C24}" type="parTrans" cxnId="{F9C2E00E-E313-7B4D-BCFD-511F0C36009A}">
      <dgm:prSet/>
      <dgm:spPr/>
      <dgm:t>
        <a:bodyPr/>
        <a:lstStyle/>
        <a:p>
          <a:endParaRPr lang="en-GB"/>
        </a:p>
      </dgm:t>
    </dgm:pt>
    <dgm:pt modelId="{8A028127-5E80-4343-B013-6CD9BC7D3D66}" type="sibTrans" cxnId="{F9C2E00E-E313-7B4D-BCFD-511F0C36009A}">
      <dgm:prSet/>
      <dgm:spPr/>
      <dgm:t>
        <a:bodyPr/>
        <a:lstStyle/>
        <a:p>
          <a:endParaRPr lang="en-GB"/>
        </a:p>
      </dgm:t>
    </dgm:pt>
    <dgm:pt modelId="{681E8502-1563-3945-AACD-C8FE48A85EEA}">
      <dgm:prSet/>
      <dgm:spPr/>
      <dgm:t>
        <a:bodyPr/>
        <a:lstStyle/>
        <a:p>
          <a:r>
            <a:rPr lang="en-GB" b="0" i="0" dirty="0">
              <a:latin typeface="Abadi MT Condensed Light" panose="020B0306030101010103" pitchFamily="34" charset="77"/>
            </a:rPr>
            <a:t>Learning rates and max depths for </a:t>
          </a:r>
          <a:r>
            <a:rPr lang="en-GB" b="0" i="0" dirty="0" err="1">
              <a:latin typeface="Abadi MT Condensed Light" panose="020B0306030101010103" pitchFamily="34" charset="77"/>
            </a:rPr>
            <a:t>XGBoost</a:t>
          </a:r>
          <a:r>
            <a:rPr lang="en-GB" b="0" i="0" dirty="0">
              <a:latin typeface="Abadi MT Condensed Light" panose="020B0306030101010103" pitchFamily="34" charset="77"/>
            </a:rPr>
            <a:t>.</a:t>
          </a:r>
          <a:endParaRPr lang="en-GR" b="0" i="0" dirty="0">
            <a:latin typeface="Abadi MT Condensed Light" panose="020B0306030101010103" pitchFamily="34" charset="77"/>
          </a:endParaRPr>
        </a:p>
      </dgm:t>
    </dgm:pt>
    <dgm:pt modelId="{42FA0F05-7967-1544-9191-35EAD3CE13F3}" type="parTrans" cxnId="{3BBB0538-404D-AE48-BB72-DA1C56F491BD}">
      <dgm:prSet/>
      <dgm:spPr/>
      <dgm:t>
        <a:bodyPr/>
        <a:lstStyle/>
        <a:p>
          <a:endParaRPr lang="en-GB"/>
        </a:p>
      </dgm:t>
    </dgm:pt>
    <dgm:pt modelId="{0FAD7DAE-8AC9-E040-AFE1-672F5A575BB1}" type="sibTrans" cxnId="{3BBB0538-404D-AE48-BB72-DA1C56F491BD}">
      <dgm:prSet/>
      <dgm:spPr/>
      <dgm:t>
        <a:bodyPr/>
        <a:lstStyle/>
        <a:p>
          <a:endParaRPr lang="en-GB"/>
        </a:p>
      </dgm:t>
    </dgm:pt>
    <dgm:pt modelId="{BEE03D9B-53A9-2348-9F29-56E841201884}" type="pres">
      <dgm:prSet presAssocID="{DFE78297-D90B-2B40-98E4-9CC1448B4C84}" presName="Name0" presStyleCnt="0">
        <dgm:presLayoutVars>
          <dgm:chMax val="7"/>
          <dgm:dir/>
          <dgm:animLvl val="lvl"/>
          <dgm:resizeHandles val="exact"/>
        </dgm:presLayoutVars>
      </dgm:prSet>
      <dgm:spPr/>
    </dgm:pt>
    <dgm:pt modelId="{A63B4D56-6747-474D-9DED-178C39335470}" type="pres">
      <dgm:prSet presAssocID="{E399CD7E-E697-0548-86A3-0A6E0147EAC7}" presName="circle1" presStyleLbl="node1" presStyleIdx="0" presStyleCnt="2" custFlipVert="0"/>
      <dgm:spPr/>
    </dgm:pt>
    <dgm:pt modelId="{AD4DA1B6-6687-E543-B06F-FDA2ACA297C5}" type="pres">
      <dgm:prSet presAssocID="{E399CD7E-E697-0548-86A3-0A6E0147EAC7}" presName="space" presStyleCnt="0"/>
      <dgm:spPr/>
    </dgm:pt>
    <dgm:pt modelId="{BBE6DAF1-4B66-A64F-ADC0-CA530775463A}" type="pres">
      <dgm:prSet presAssocID="{E399CD7E-E697-0548-86A3-0A6E0147EAC7}" presName="rect1" presStyleLbl="alignAcc1" presStyleIdx="0" presStyleCnt="2"/>
      <dgm:spPr/>
    </dgm:pt>
    <dgm:pt modelId="{5691DC5A-4745-804A-B2F8-B7380F841343}" type="pres">
      <dgm:prSet presAssocID="{4EEA434F-1190-1B49-A8D9-15B57D9DDBD0}" presName="vertSpace2" presStyleLbl="node1" presStyleIdx="0" presStyleCnt="2"/>
      <dgm:spPr/>
    </dgm:pt>
    <dgm:pt modelId="{681551EC-303B-B444-834D-BCC6F19B08CD}" type="pres">
      <dgm:prSet presAssocID="{4EEA434F-1190-1B49-A8D9-15B57D9DDBD0}" presName="circle2" presStyleLbl="node1" presStyleIdx="1" presStyleCnt="2" custScaleY="103967" custLinFactNeighborX="592" custLinFactNeighborY="-98213"/>
      <dgm:spPr/>
    </dgm:pt>
    <dgm:pt modelId="{751E4BDC-B01C-0B48-ACCB-9FA362211040}" type="pres">
      <dgm:prSet presAssocID="{4EEA434F-1190-1B49-A8D9-15B57D9DDBD0}" presName="rect2" presStyleLbl="alignAcc1" presStyleIdx="1" presStyleCnt="2" custScaleY="106230" custLinFactNeighborX="0" custLinFactNeighborY="6382"/>
      <dgm:spPr/>
    </dgm:pt>
    <dgm:pt modelId="{69CCFAF8-660C-0A44-B382-B560BC6508CA}" type="pres">
      <dgm:prSet presAssocID="{E399CD7E-E697-0548-86A3-0A6E0147EAC7}" presName="rect1ParTx" presStyleLbl="alignAcc1" presStyleIdx="1" presStyleCnt="2">
        <dgm:presLayoutVars>
          <dgm:chMax val="1"/>
          <dgm:bulletEnabled val="1"/>
        </dgm:presLayoutVars>
      </dgm:prSet>
      <dgm:spPr/>
    </dgm:pt>
    <dgm:pt modelId="{10A35969-B53F-084E-9931-70C0A1D59138}" type="pres">
      <dgm:prSet presAssocID="{E399CD7E-E697-0548-86A3-0A6E0147EAC7}" presName="rect1ChTx" presStyleLbl="alignAcc1" presStyleIdx="1" presStyleCnt="2">
        <dgm:presLayoutVars>
          <dgm:bulletEnabled val="1"/>
        </dgm:presLayoutVars>
      </dgm:prSet>
      <dgm:spPr/>
    </dgm:pt>
    <dgm:pt modelId="{77DB6EFA-8B5E-3842-A497-0CFF2106818C}" type="pres">
      <dgm:prSet presAssocID="{4EEA434F-1190-1B49-A8D9-15B57D9DDBD0}" presName="rect2ParTx" presStyleLbl="alignAcc1" presStyleIdx="1" presStyleCnt="2">
        <dgm:presLayoutVars>
          <dgm:chMax val="1"/>
          <dgm:bulletEnabled val="1"/>
        </dgm:presLayoutVars>
      </dgm:prSet>
      <dgm:spPr/>
    </dgm:pt>
    <dgm:pt modelId="{49DE2220-9EF6-6143-A935-145CCFA75D74}" type="pres">
      <dgm:prSet presAssocID="{4EEA434F-1190-1B49-A8D9-15B57D9DDBD0}" presName="rect2ChTx" presStyleLbl="alignAcc1" presStyleIdx="1" presStyleCnt="2">
        <dgm:presLayoutVars>
          <dgm:bulletEnabled val="1"/>
        </dgm:presLayoutVars>
      </dgm:prSet>
      <dgm:spPr/>
    </dgm:pt>
  </dgm:ptLst>
  <dgm:cxnLst>
    <dgm:cxn modelId="{16FAF004-CB33-A640-A826-036CC2BF8C76}" srcId="{E399CD7E-E697-0548-86A3-0A6E0147EAC7}" destId="{C914CDF6-24AF-BB40-ABF5-E8E1B1D847FE}" srcOrd="1" destOrd="0" parTransId="{F9A917CE-7E31-BE4D-9508-658FB42204CA}" sibTransId="{8AD227B4-27BE-3046-8EA9-6D102C0C08BC}"/>
    <dgm:cxn modelId="{80B8060B-50BD-4446-A3E1-65B14470A244}" type="presOf" srcId="{E399CD7E-E697-0548-86A3-0A6E0147EAC7}" destId="{BBE6DAF1-4B66-A64F-ADC0-CA530775463A}" srcOrd="0" destOrd="0" presId="urn:microsoft.com/office/officeart/2005/8/layout/target3"/>
    <dgm:cxn modelId="{F9C2E00E-E313-7B4D-BCFD-511F0C36009A}" srcId="{4EEA434F-1190-1B49-A8D9-15B57D9DDBD0}" destId="{04CD44AE-80C3-3B49-A6D9-2D4C7CF987A1}" srcOrd="1" destOrd="0" parTransId="{11E6DE8A-D94D-C441-83B5-D677A5ED0C24}" sibTransId="{8A028127-5E80-4343-B013-6CD9BC7D3D66}"/>
    <dgm:cxn modelId="{ED991F20-F7D4-5141-8070-6FF64CE20507}" srcId="{DFE78297-D90B-2B40-98E4-9CC1448B4C84}" destId="{E399CD7E-E697-0548-86A3-0A6E0147EAC7}" srcOrd="0" destOrd="0" parTransId="{0EE3F5FA-F446-8347-AC4A-37F9A6FB5525}" sibTransId="{1AD5A580-D8E6-EA4E-AF78-AA411CF078A0}"/>
    <dgm:cxn modelId="{3BBB0538-404D-AE48-BB72-DA1C56F491BD}" srcId="{4EEA434F-1190-1B49-A8D9-15B57D9DDBD0}" destId="{681E8502-1563-3945-AACD-C8FE48A85EEA}" srcOrd="2" destOrd="0" parTransId="{42FA0F05-7967-1544-9191-35EAD3CE13F3}" sibTransId="{0FAD7DAE-8AC9-E040-AFE1-672F5A575BB1}"/>
    <dgm:cxn modelId="{D196893A-73F0-B842-91F2-DE5C45585F4B}" srcId="{DFE78297-D90B-2B40-98E4-9CC1448B4C84}" destId="{4EEA434F-1190-1B49-A8D9-15B57D9DDBD0}" srcOrd="1" destOrd="0" parTransId="{8D223F88-A007-4E43-8450-BD9747574C35}" sibTransId="{905AA6C6-19FE-024E-ADDB-1F1A9D40F461}"/>
    <dgm:cxn modelId="{8982EF73-44D6-6346-B963-E6B8519785E1}" type="presOf" srcId="{4EEA434F-1190-1B49-A8D9-15B57D9DDBD0}" destId="{77DB6EFA-8B5E-3842-A497-0CFF2106818C}" srcOrd="1" destOrd="0" presId="urn:microsoft.com/office/officeart/2005/8/layout/target3"/>
    <dgm:cxn modelId="{26278D88-C17E-1B44-A299-FDB36E3DC6C1}" srcId="{E399CD7E-E697-0548-86A3-0A6E0147EAC7}" destId="{606CB9FA-31B6-0F46-8593-E8A1791BD916}" srcOrd="0" destOrd="0" parTransId="{F1B44D39-D46D-D14E-A84D-8C372806A097}" sibTransId="{3CDB1563-FF96-294D-97BD-173FEAFC9306}"/>
    <dgm:cxn modelId="{43BB898A-73F6-5C44-B69B-8BF0EE6B81AA}" type="presOf" srcId="{04CD44AE-80C3-3B49-A6D9-2D4C7CF987A1}" destId="{49DE2220-9EF6-6143-A935-145CCFA75D74}" srcOrd="0" destOrd="1" presId="urn:microsoft.com/office/officeart/2005/8/layout/target3"/>
    <dgm:cxn modelId="{002A039E-9B81-0E4F-B8F1-629C669F95D6}" type="presOf" srcId="{606CB9FA-31B6-0F46-8593-E8A1791BD916}" destId="{10A35969-B53F-084E-9931-70C0A1D59138}" srcOrd="0" destOrd="0" presId="urn:microsoft.com/office/officeart/2005/8/layout/target3"/>
    <dgm:cxn modelId="{13A370A7-A568-874A-BFCC-6464471D4FBE}" type="presOf" srcId="{681E8502-1563-3945-AACD-C8FE48A85EEA}" destId="{49DE2220-9EF6-6143-A935-145CCFA75D74}" srcOrd="0" destOrd="2" presId="urn:microsoft.com/office/officeart/2005/8/layout/target3"/>
    <dgm:cxn modelId="{CC2F7FA7-5F1B-984A-8AF6-FCE8FAAF4428}" type="presOf" srcId="{E399CD7E-E697-0548-86A3-0A6E0147EAC7}" destId="{69CCFAF8-660C-0A44-B382-B560BC6508CA}" srcOrd="1" destOrd="0" presId="urn:microsoft.com/office/officeart/2005/8/layout/target3"/>
    <dgm:cxn modelId="{43C5BEA7-9243-D448-82BB-F38A8871A44B}" type="presOf" srcId="{A12B3FB2-210D-4649-8070-31D4556880B9}" destId="{49DE2220-9EF6-6143-A935-145CCFA75D74}" srcOrd="0" destOrd="0" presId="urn:microsoft.com/office/officeart/2005/8/layout/target3"/>
    <dgm:cxn modelId="{D13EDCB5-5376-A04F-88FA-7693D545BFE6}" type="presOf" srcId="{DFE78297-D90B-2B40-98E4-9CC1448B4C84}" destId="{BEE03D9B-53A9-2348-9F29-56E841201884}" srcOrd="0" destOrd="0" presId="urn:microsoft.com/office/officeart/2005/8/layout/target3"/>
    <dgm:cxn modelId="{FC0F27DE-589B-8445-B74B-E9FB4A3549B3}" type="presOf" srcId="{C914CDF6-24AF-BB40-ABF5-E8E1B1D847FE}" destId="{10A35969-B53F-084E-9931-70C0A1D59138}" srcOrd="0" destOrd="1" presId="urn:microsoft.com/office/officeart/2005/8/layout/target3"/>
    <dgm:cxn modelId="{14D962EC-E0A6-A747-B53B-B64ABF36CEB6}" type="presOf" srcId="{4EEA434F-1190-1B49-A8D9-15B57D9DDBD0}" destId="{751E4BDC-B01C-0B48-ACCB-9FA362211040}" srcOrd="0" destOrd="0" presId="urn:microsoft.com/office/officeart/2005/8/layout/target3"/>
    <dgm:cxn modelId="{E3C4ECF9-5835-524E-B0FB-98AA1FE4B20C}" srcId="{4EEA434F-1190-1B49-A8D9-15B57D9DDBD0}" destId="{A12B3FB2-210D-4649-8070-31D4556880B9}" srcOrd="0" destOrd="0" parTransId="{9496D188-4C7A-CE4F-9EA6-61D943942F74}" sibTransId="{5D4B8961-FE19-7B4D-86A6-5DD5EE7E6DD1}"/>
    <dgm:cxn modelId="{FE0EA217-0E5E-5045-A144-52F37FFBAF90}" type="presParOf" srcId="{BEE03D9B-53A9-2348-9F29-56E841201884}" destId="{A63B4D56-6747-474D-9DED-178C39335470}" srcOrd="0" destOrd="0" presId="urn:microsoft.com/office/officeart/2005/8/layout/target3"/>
    <dgm:cxn modelId="{D8471504-0BB5-7743-B78B-29A2642751AA}" type="presParOf" srcId="{BEE03D9B-53A9-2348-9F29-56E841201884}" destId="{AD4DA1B6-6687-E543-B06F-FDA2ACA297C5}" srcOrd="1" destOrd="0" presId="urn:microsoft.com/office/officeart/2005/8/layout/target3"/>
    <dgm:cxn modelId="{055B44B2-10E5-9A41-B0D8-0D9D7605D713}" type="presParOf" srcId="{BEE03D9B-53A9-2348-9F29-56E841201884}" destId="{BBE6DAF1-4B66-A64F-ADC0-CA530775463A}" srcOrd="2" destOrd="0" presId="urn:microsoft.com/office/officeart/2005/8/layout/target3"/>
    <dgm:cxn modelId="{7E53B1EA-AFD4-C746-8122-2DF20C849072}" type="presParOf" srcId="{BEE03D9B-53A9-2348-9F29-56E841201884}" destId="{5691DC5A-4745-804A-B2F8-B7380F841343}" srcOrd="3" destOrd="0" presId="urn:microsoft.com/office/officeart/2005/8/layout/target3"/>
    <dgm:cxn modelId="{5CD3503B-F587-9F46-ACE8-26968FE6BBD1}" type="presParOf" srcId="{BEE03D9B-53A9-2348-9F29-56E841201884}" destId="{681551EC-303B-B444-834D-BCC6F19B08CD}" srcOrd="4" destOrd="0" presId="urn:microsoft.com/office/officeart/2005/8/layout/target3"/>
    <dgm:cxn modelId="{BA3686B7-319F-4646-ADCA-BD8ADA44E90C}" type="presParOf" srcId="{BEE03D9B-53A9-2348-9F29-56E841201884}" destId="{751E4BDC-B01C-0B48-ACCB-9FA362211040}" srcOrd="5" destOrd="0" presId="urn:microsoft.com/office/officeart/2005/8/layout/target3"/>
    <dgm:cxn modelId="{6A9C8814-CADA-E945-817D-EAE41CC73ABD}" type="presParOf" srcId="{BEE03D9B-53A9-2348-9F29-56E841201884}" destId="{69CCFAF8-660C-0A44-B382-B560BC6508CA}" srcOrd="6" destOrd="0" presId="urn:microsoft.com/office/officeart/2005/8/layout/target3"/>
    <dgm:cxn modelId="{A89F9996-C32A-8F40-A4F3-1BBA4D470F68}" type="presParOf" srcId="{BEE03D9B-53A9-2348-9F29-56E841201884}" destId="{10A35969-B53F-084E-9931-70C0A1D59138}" srcOrd="7" destOrd="0" presId="urn:microsoft.com/office/officeart/2005/8/layout/target3"/>
    <dgm:cxn modelId="{A060B675-299A-3D46-A162-D1E3CF85225C}" type="presParOf" srcId="{BEE03D9B-53A9-2348-9F29-56E841201884}" destId="{77DB6EFA-8B5E-3842-A497-0CFF2106818C}" srcOrd="8" destOrd="0" presId="urn:microsoft.com/office/officeart/2005/8/layout/target3"/>
    <dgm:cxn modelId="{88806610-6173-D743-AFC6-EE7839CAFF47}" type="presParOf" srcId="{BEE03D9B-53A9-2348-9F29-56E841201884}" destId="{49DE2220-9EF6-6143-A935-145CCFA75D74}" srcOrd="9" destOrd="0" presId="urn:microsoft.com/office/officeart/2005/8/layout/targe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1052939-709F-3A43-9DF9-757F2D2645BA}" type="doc">
      <dgm:prSet loTypeId="urn:microsoft.com/office/officeart/2005/8/layout/vList5" loCatId="process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622B1136-EF7F-1E41-92FA-015F09843479}">
      <dgm:prSet custT="1"/>
      <dgm:spPr/>
      <dgm:t>
        <a:bodyPr/>
        <a:lstStyle/>
        <a:p>
          <a:r>
            <a:rPr lang="en-GB" sz="2400" b="0" i="0" dirty="0">
              <a:latin typeface="Abadi MT Condensed Light" panose="020B0306030101010103" pitchFamily="34" charset="77"/>
            </a:rPr>
            <a:t>Model Performance:</a:t>
          </a:r>
          <a:endParaRPr lang="en-GR" sz="2400" b="0" i="0" dirty="0">
            <a:latin typeface="Abadi MT Condensed Light" panose="020B0306030101010103" pitchFamily="34" charset="77"/>
          </a:endParaRPr>
        </a:p>
      </dgm:t>
    </dgm:pt>
    <dgm:pt modelId="{72EF67A2-9A69-334A-B485-08D8FF18E07A}" type="parTrans" cxnId="{FE880E0C-A090-9748-AF99-97A8A5DD4A2D}">
      <dgm:prSet/>
      <dgm:spPr/>
      <dgm:t>
        <a:bodyPr/>
        <a:lstStyle/>
        <a:p>
          <a:endParaRPr lang="en-GB"/>
        </a:p>
      </dgm:t>
    </dgm:pt>
    <dgm:pt modelId="{E5F99693-8D64-5B4B-9E19-C93EA349C38E}" type="sibTrans" cxnId="{FE880E0C-A090-9748-AF99-97A8A5DD4A2D}">
      <dgm:prSet/>
      <dgm:spPr/>
      <dgm:t>
        <a:bodyPr/>
        <a:lstStyle/>
        <a:p>
          <a:endParaRPr lang="en-GB"/>
        </a:p>
      </dgm:t>
    </dgm:pt>
    <dgm:pt modelId="{D3DFFF6E-09C8-0148-B8D1-FA029915BF6F}">
      <dgm:prSet custT="1"/>
      <dgm:spPr/>
      <dgm:t>
        <a:bodyPr/>
        <a:lstStyle/>
        <a:p>
          <a:r>
            <a:rPr lang="en-GB" sz="2000" b="0" i="0" dirty="0">
              <a:latin typeface="Abadi MT Condensed Light" panose="020B0306030101010103" pitchFamily="34" charset="77"/>
            </a:rPr>
            <a:t>Models could not effectively predict household income using the provided features.</a:t>
          </a:r>
          <a:endParaRPr lang="en-GR" sz="2000" b="0" i="0" dirty="0">
            <a:latin typeface="Abadi MT Condensed Light" panose="020B0306030101010103" pitchFamily="34" charset="77"/>
          </a:endParaRPr>
        </a:p>
      </dgm:t>
    </dgm:pt>
    <dgm:pt modelId="{BEBDFF13-F7D1-904D-938F-76919E93D402}" type="parTrans" cxnId="{CDFEBADF-B837-AF43-B02C-42AA588B5EB7}">
      <dgm:prSet/>
      <dgm:spPr/>
      <dgm:t>
        <a:bodyPr/>
        <a:lstStyle/>
        <a:p>
          <a:endParaRPr lang="en-GB"/>
        </a:p>
      </dgm:t>
    </dgm:pt>
    <dgm:pt modelId="{9134786D-207E-F545-9A4E-14CECBAB06B0}" type="sibTrans" cxnId="{CDFEBADF-B837-AF43-B02C-42AA588B5EB7}">
      <dgm:prSet/>
      <dgm:spPr/>
      <dgm:t>
        <a:bodyPr/>
        <a:lstStyle/>
        <a:p>
          <a:endParaRPr lang="en-GB"/>
        </a:p>
      </dgm:t>
    </dgm:pt>
    <dgm:pt modelId="{9FDFFBC6-9840-3348-A3A5-F34760E5DEE6}">
      <dgm:prSet custT="1"/>
      <dgm:spPr/>
      <dgm:t>
        <a:bodyPr/>
        <a:lstStyle/>
        <a:p>
          <a:r>
            <a:rPr lang="en-GB" sz="2400" b="0" i="0">
              <a:latin typeface="Abadi MT Condensed Light" panose="020B0306030101010103" pitchFamily="34" charset="77"/>
            </a:rPr>
            <a:t>Data Insights:</a:t>
          </a:r>
          <a:endParaRPr lang="en-GR" sz="2400" b="0" i="0">
            <a:latin typeface="Abadi MT Condensed Light" panose="020B0306030101010103" pitchFamily="34" charset="77"/>
          </a:endParaRPr>
        </a:p>
      </dgm:t>
    </dgm:pt>
    <dgm:pt modelId="{80AE3BA9-9805-5746-9827-C67EE5C87B0E}" type="parTrans" cxnId="{F8928802-5CBF-DE41-B459-B8420FEB8CDD}">
      <dgm:prSet/>
      <dgm:spPr/>
      <dgm:t>
        <a:bodyPr/>
        <a:lstStyle/>
        <a:p>
          <a:endParaRPr lang="en-GB"/>
        </a:p>
      </dgm:t>
    </dgm:pt>
    <dgm:pt modelId="{511FF961-0A6C-EC4F-9491-998D71B649C4}" type="sibTrans" cxnId="{F8928802-5CBF-DE41-B459-B8420FEB8CDD}">
      <dgm:prSet/>
      <dgm:spPr/>
      <dgm:t>
        <a:bodyPr/>
        <a:lstStyle/>
        <a:p>
          <a:endParaRPr lang="en-GB"/>
        </a:p>
      </dgm:t>
    </dgm:pt>
    <dgm:pt modelId="{80C78181-ED43-F44D-9B54-E076B4AAFF71}">
      <dgm:prSet custT="1"/>
      <dgm:spPr/>
      <dgm:t>
        <a:bodyPr/>
        <a:lstStyle/>
        <a:p>
          <a:r>
            <a:rPr lang="en-GB" sz="2000" b="0" i="0">
              <a:latin typeface="Abadi MT Condensed Light" panose="020B0306030101010103" pitchFamily="34" charset="77"/>
            </a:rPr>
            <a:t>Low explanatory power due to the nature of the synthetic data.</a:t>
          </a:r>
          <a:endParaRPr lang="en-GR" sz="2000" b="0" i="0">
            <a:latin typeface="Abadi MT Condensed Light" panose="020B0306030101010103" pitchFamily="34" charset="77"/>
          </a:endParaRPr>
        </a:p>
      </dgm:t>
    </dgm:pt>
    <dgm:pt modelId="{A62FD267-197B-254F-B50F-D5142F521770}" type="parTrans" cxnId="{FC01267F-A3A7-8F43-9C2F-0113F263ACBB}">
      <dgm:prSet/>
      <dgm:spPr/>
      <dgm:t>
        <a:bodyPr/>
        <a:lstStyle/>
        <a:p>
          <a:endParaRPr lang="en-GB"/>
        </a:p>
      </dgm:t>
    </dgm:pt>
    <dgm:pt modelId="{5A6BBA05-6FAB-9742-A858-86031C91479D}" type="sibTrans" cxnId="{FC01267F-A3A7-8F43-9C2F-0113F263ACBB}">
      <dgm:prSet/>
      <dgm:spPr/>
      <dgm:t>
        <a:bodyPr/>
        <a:lstStyle/>
        <a:p>
          <a:endParaRPr lang="en-GB"/>
        </a:p>
      </dgm:t>
    </dgm:pt>
    <dgm:pt modelId="{73EFB19A-CB81-C34C-A750-8800882A852D}">
      <dgm:prSet custT="1"/>
      <dgm:spPr/>
      <dgm:t>
        <a:bodyPr/>
        <a:lstStyle/>
        <a:p>
          <a:r>
            <a:rPr lang="en-GB" sz="2400" b="0" i="0">
              <a:latin typeface="Abadi MT Condensed Light" panose="020B0306030101010103" pitchFamily="34" charset="77"/>
            </a:rPr>
            <a:t>Interpretability Tools:</a:t>
          </a:r>
          <a:endParaRPr lang="en-GR" sz="2400" b="0" i="0">
            <a:latin typeface="Abadi MT Condensed Light" panose="020B0306030101010103" pitchFamily="34" charset="77"/>
          </a:endParaRPr>
        </a:p>
      </dgm:t>
    </dgm:pt>
    <dgm:pt modelId="{CB1CEE20-1BE9-0545-A2D5-89B0029653E6}" type="parTrans" cxnId="{2882BEDA-B677-7F42-B0AA-D3405F284744}">
      <dgm:prSet/>
      <dgm:spPr/>
      <dgm:t>
        <a:bodyPr/>
        <a:lstStyle/>
        <a:p>
          <a:endParaRPr lang="en-GB"/>
        </a:p>
      </dgm:t>
    </dgm:pt>
    <dgm:pt modelId="{981F5312-F059-D745-A455-19158DCAF43F}" type="sibTrans" cxnId="{2882BEDA-B677-7F42-B0AA-D3405F284744}">
      <dgm:prSet/>
      <dgm:spPr/>
      <dgm:t>
        <a:bodyPr/>
        <a:lstStyle/>
        <a:p>
          <a:endParaRPr lang="en-GB"/>
        </a:p>
      </dgm:t>
    </dgm:pt>
    <dgm:pt modelId="{652412C3-0121-C344-880D-C94253E6158B}">
      <dgm:prSet custT="1"/>
      <dgm:spPr/>
      <dgm:t>
        <a:bodyPr/>
        <a:lstStyle/>
        <a:p>
          <a:r>
            <a:rPr lang="en-GB" sz="2000" b="0" i="0" dirty="0">
              <a:latin typeface="Abadi MT Condensed Light" panose="020B0306030101010103" pitchFamily="34" charset="77"/>
            </a:rPr>
            <a:t>SHAP and PDPs highlighted inconsistencies and potential data issues.</a:t>
          </a:r>
          <a:endParaRPr lang="en-GR" sz="2000" b="0" i="0" dirty="0">
            <a:latin typeface="Abadi MT Condensed Light" panose="020B0306030101010103" pitchFamily="34" charset="77"/>
          </a:endParaRPr>
        </a:p>
      </dgm:t>
    </dgm:pt>
    <dgm:pt modelId="{835FAE4D-A1C1-014F-92EC-81957986658F}" type="parTrans" cxnId="{11332E22-6542-6047-9696-B72F8C6096FA}">
      <dgm:prSet/>
      <dgm:spPr/>
      <dgm:t>
        <a:bodyPr/>
        <a:lstStyle/>
        <a:p>
          <a:endParaRPr lang="en-GB"/>
        </a:p>
      </dgm:t>
    </dgm:pt>
    <dgm:pt modelId="{03D3A987-C06F-CF4F-B17F-258EFB1A875D}" type="sibTrans" cxnId="{11332E22-6542-6047-9696-B72F8C6096FA}">
      <dgm:prSet/>
      <dgm:spPr/>
      <dgm:t>
        <a:bodyPr/>
        <a:lstStyle/>
        <a:p>
          <a:endParaRPr lang="en-GB"/>
        </a:p>
      </dgm:t>
    </dgm:pt>
    <dgm:pt modelId="{69028F59-669A-4A40-B4E9-8E298AD9A12B}">
      <dgm:prSet custT="1"/>
      <dgm:spPr/>
      <dgm:t>
        <a:bodyPr/>
        <a:lstStyle/>
        <a:p>
          <a:r>
            <a:rPr lang="en-GB" sz="2400" b="0" i="0">
              <a:latin typeface="Abadi MT Condensed Light" panose="020B0306030101010103" pitchFamily="34" charset="77"/>
            </a:rPr>
            <a:t>Overall Assessment:</a:t>
          </a:r>
          <a:endParaRPr lang="en-GR" sz="2400" b="0" i="0">
            <a:latin typeface="Abadi MT Condensed Light" panose="020B0306030101010103" pitchFamily="34" charset="77"/>
          </a:endParaRPr>
        </a:p>
      </dgm:t>
    </dgm:pt>
    <dgm:pt modelId="{E9A152A3-45D9-7640-AF33-2C12483E58D5}" type="parTrans" cxnId="{8106821C-DC86-0648-88DA-8D6D2EB0B58C}">
      <dgm:prSet/>
      <dgm:spPr/>
      <dgm:t>
        <a:bodyPr/>
        <a:lstStyle/>
        <a:p>
          <a:endParaRPr lang="en-GB"/>
        </a:p>
      </dgm:t>
    </dgm:pt>
    <dgm:pt modelId="{3672B70E-05E6-FC4E-9FD9-FF380E6954B8}" type="sibTrans" cxnId="{8106821C-DC86-0648-88DA-8D6D2EB0B58C}">
      <dgm:prSet/>
      <dgm:spPr/>
      <dgm:t>
        <a:bodyPr/>
        <a:lstStyle/>
        <a:p>
          <a:endParaRPr lang="en-GB"/>
        </a:p>
      </dgm:t>
    </dgm:pt>
    <dgm:pt modelId="{52D4EA96-FCA9-3248-ADFE-F602C8A6E418}">
      <dgm:prSet custT="1"/>
      <dgm:spPr/>
      <dgm:t>
        <a:bodyPr/>
        <a:lstStyle/>
        <a:p>
          <a:r>
            <a:rPr lang="en-GB" sz="2000" b="0" i="0" dirty="0">
              <a:latin typeface="Abadi MT Condensed Light" panose="020B0306030101010103" pitchFamily="34" charset="77"/>
            </a:rPr>
            <a:t>For this project, data quality played a larger role than model complexity</a:t>
          </a:r>
          <a:endParaRPr lang="en-GR" sz="2000" b="0" i="0" dirty="0">
            <a:latin typeface="Abadi MT Condensed Light" panose="020B0306030101010103" pitchFamily="34" charset="77"/>
          </a:endParaRPr>
        </a:p>
      </dgm:t>
    </dgm:pt>
    <dgm:pt modelId="{DB85D344-3EFA-964E-AF60-29B1DC6181AC}" type="parTrans" cxnId="{6E66F62F-19CD-8146-816D-CBFE7681BFE6}">
      <dgm:prSet/>
      <dgm:spPr/>
      <dgm:t>
        <a:bodyPr/>
        <a:lstStyle/>
        <a:p>
          <a:endParaRPr lang="en-GB"/>
        </a:p>
      </dgm:t>
    </dgm:pt>
    <dgm:pt modelId="{2E1604BB-1EFD-B940-B187-A8BB8F1197AA}" type="sibTrans" cxnId="{6E66F62F-19CD-8146-816D-CBFE7681BFE6}">
      <dgm:prSet/>
      <dgm:spPr/>
      <dgm:t>
        <a:bodyPr/>
        <a:lstStyle/>
        <a:p>
          <a:endParaRPr lang="en-GB"/>
        </a:p>
      </dgm:t>
    </dgm:pt>
    <dgm:pt modelId="{4DACB1CC-7DC4-DA4E-8EF1-A07FA3823507}" type="pres">
      <dgm:prSet presAssocID="{51052939-709F-3A43-9DF9-757F2D2645BA}" presName="Name0" presStyleCnt="0">
        <dgm:presLayoutVars>
          <dgm:dir/>
          <dgm:animLvl val="lvl"/>
          <dgm:resizeHandles val="exact"/>
        </dgm:presLayoutVars>
      </dgm:prSet>
      <dgm:spPr/>
    </dgm:pt>
    <dgm:pt modelId="{94152224-6E2B-474A-818B-CB698FD1D96C}" type="pres">
      <dgm:prSet presAssocID="{622B1136-EF7F-1E41-92FA-015F09843479}" presName="linNode" presStyleCnt="0"/>
      <dgm:spPr/>
    </dgm:pt>
    <dgm:pt modelId="{91DA1B54-4F1E-744F-878B-5AF3157B78BC}" type="pres">
      <dgm:prSet presAssocID="{622B1136-EF7F-1E41-92FA-015F09843479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96ACC098-7039-894D-A827-C017A9C51CCE}" type="pres">
      <dgm:prSet presAssocID="{622B1136-EF7F-1E41-92FA-015F09843479}" presName="descendantText" presStyleLbl="alignAccFollowNode1" presStyleIdx="0" presStyleCnt="4">
        <dgm:presLayoutVars>
          <dgm:bulletEnabled val="1"/>
        </dgm:presLayoutVars>
      </dgm:prSet>
      <dgm:spPr/>
    </dgm:pt>
    <dgm:pt modelId="{20BAA2CF-D031-2341-BF21-468D4DD36821}" type="pres">
      <dgm:prSet presAssocID="{E5F99693-8D64-5B4B-9E19-C93EA349C38E}" presName="sp" presStyleCnt="0"/>
      <dgm:spPr/>
    </dgm:pt>
    <dgm:pt modelId="{EA4D7F65-13C7-7C4B-8EED-6FE869DAE7AE}" type="pres">
      <dgm:prSet presAssocID="{9FDFFBC6-9840-3348-A3A5-F34760E5DEE6}" presName="linNode" presStyleCnt="0"/>
      <dgm:spPr/>
    </dgm:pt>
    <dgm:pt modelId="{329B81B1-4548-C641-A1D7-D27ED73ABC7A}" type="pres">
      <dgm:prSet presAssocID="{9FDFFBC6-9840-3348-A3A5-F34760E5DEE6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18E4A4C9-5A65-0049-B315-DEB2792D0764}" type="pres">
      <dgm:prSet presAssocID="{9FDFFBC6-9840-3348-A3A5-F34760E5DEE6}" presName="descendantText" presStyleLbl="alignAccFollowNode1" presStyleIdx="1" presStyleCnt="4">
        <dgm:presLayoutVars>
          <dgm:bulletEnabled val="1"/>
        </dgm:presLayoutVars>
      </dgm:prSet>
      <dgm:spPr/>
    </dgm:pt>
    <dgm:pt modelId="{CC97096C-35D4-7742-B5D3-90024C0853F9}" type="pres">
      <dgm:prSet presAssocID="{511FF961-0A6C-EC4F-9491-998D71B649C4}" presName="sp" presStyleCnt="0"/>
      <dgm:spPr/>
    </dgm:pt>
    <dgm:pt modelId="{17B0EF35-FE4A-C442-9B90-AACA6208BF5D}" type="pres">
      <dgm:prSet presAssocID="{73EFB19A-CB81-C34C-A750-8800882A852D}" presName="linNode" presStyleCnt="0"/>
      <dgm:spPr/>
    </dgm:pt>
    <dgm:pt modelId="{F885C484-3D56-8A4D-A377-27733109E067}" type="pres">
      <dgm:prSet presAssocID="{73EFB19A-CB81-C34C-A750-8800882A852D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4A265C78-0B80-AB4F-896F-C175B57E4E56}" type="pres">
      <dgm:prSet presAssocID="{73EFB19A-CB81-C34C-A750-8800882A852D}" presName="descendantText" presStyleLbl="alignAccFollowNode1" presStyleIdx="2" presStyleCnt="4">
        <dgm:presLayoutVars>
          <dgm:bulletEnabled val="1"/>
        </dgm:presLayoutVars>
      </dgm:prSet>
      <dgm:spPr/>
    </dgm:pt>
    <dgm:pt modelId="{78B1B965-6FB4-074B-8E98-97A9B907EF91}" type="pres">
      <dgm:prSet presAssocID="{981F5312-F059-D745-A455-19158DCAF43F}" presName="sp" presStyleCnt="0"/>
      <dgm:spPr/>
    </dgm:pt>
    <dgm:pt modelId="{4BB1258D-5AA6-BD44-9573-B52354093791}" type="pres">
      <dgm:prSet presAssocID="{69028F59-669A-4A40-B4E9-8E298AD9A12B}" presName="linNode" presStyleCnt="0"/>
      <dgm:spPr/>
    </dgm:pt>
    <dgm:pt modelId="{232086CD-A9D1-204C-8D94-BD6183EAB673}" type="pres">
      <dgm:prSet presAssocID="{69028F59-669A-4A40-B4E9-8E298AD9A12B}" presName="parentText" presStyleLbl="node1" presStyleIdx="3" presStyleCnt="4">
        <dgm:presLayoutVars>
          <dgm:chMax val="1"/>
          <dgm:bulletEnabled val="1"/>
        </dgm:presLayoutVars>
      </dgm:prSet>
      <dgm:spPr/>
    </dgm:pt>
    <dgm:pt modelId="{6492178F-FD93-BD4C-A3D0-EDC94E4A975B}" type="pres">
      <dgm:prSet presAssocID="{69028F59-669A-4A40-B4E9-8E298AD9A12B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3E31A00-63FE-F442-9C38-43FB3BF0C20A}" type="presOf" srcId="{622B1136-EF7F-1E41-92FA-015F09843479}" destId="{91DA1B54-4F1E-744F-878B-5AF3157B78BC}" srcOrd="0" destOrd="0" presId="urn:microsoft.com/office/officeart/2005/8/layout/vList5"/>
    <dgm:cxn modelId="{F8928802-5CBF-DE41-B459-B8420FEB8CDD}" srcId="{51052939-709F-3A43-9DF9-757F2D2645BA}" destId="{9FDFFBC6-9840-3348-A3A5-F34760E5DEE6}" srcOrd="1" destOrd="0" parTransId="{80AE3BA9-9805-5746-9827-C67EE5C87B0E}" sibTransId="{511FF961-0A6C-EC4F-9491-998D71B649C4}"/>
    <dgm:cxn modelId="{FE880E0C-A090-9748-AF99-97A8A5DD4A2D}" srcId="{51052939-709F-3A43-9DF9-757F2D2645BA}" destId="{622B1136-EF7F-1E41-92FA-015F09843479}" srcOrd="0" destOrd="0" parTransId="{72EF67A2-9A69-334A-B485-08D8FF18E07A}" sibTransId="{E5F99693-8D64-5B4B-9E19-C93EA349C38E}"/>
    <dgm:cxn modelId="{8106821C-DC86-0648-88DA-8D6D2EB0B58C}" srcId="{51052939-709F-3A43-9DF9-757F2D2645BA}" destId="{69028F59-669A-4A40-B4E9-8E298AD9A12B}" srcOrd="3" destOrd="0" parTransId="{E9A152A3-45D9-7640-AF33-2C12483E58D5}" sibTransId="{3672B70E-05E6-FC4E-9FD9-FF380E6954B8}"/>
    <dgm:cxn modelId="{11332E22-6542-6047-9696-B72F8C6096FA}" srcId="{73EFB19A-CB81-C34C-A750-8800882A852D}" destId="{652412C3-0121-C344-880D-C94253E6158B}" srcOrd="0" destOrd="0" parTransId="{835FAE4D-A1C1-014F-92EC-81957986658F}" sibTransId="{03D3A987-C06F-CF4F-B17F-258EFB1A875D}"/>
    <dgm:cxn modelId="{6E66F62F-19CD-8146-816D-CBFE7681BFE6}" srcId="{69028F59-669A-4A40-B4E9-8E298AD9A12B}" destId="{52D4EA96-FCA9-3248-ADFE-F602C8A6E418}" srcOrd="0" destOrd="0" parTransId="{DB85D344-3EFA-964E-AF60-29B1DC6181AC}" sibTransId="{2E1604BB-1EFD-B940-B187-A8BB8F1197AA}"/>
    <dgm:cxn modelId="{F4DDCB42-82E8-834F-99F3-62F75F0EB9ED}" type="presOf" srcId="{652412C3-0121-C344-880D-C94253E6158B}" destId="{4A265C78-0B80-AB4F-896F-C175B57E4E56}" srcOrd="0" destOrd="0" presId="urn:microsoft.com/office/officeart/2005/8/layout/vList5"/>
    <dgm:cxn modelId="{631E8F47-BB8A-5141-9B80-EA4338793B61}" type="presOf" srcId="{D3DFFF6E-09C8-0148-B8D1-FA029915BF6F}" destId="{96ACC098-7039-894D-A827-C017A9C51CCE}" srcOrd="0" destOrd="0" presId="urn:microsoft.com/office/officeart/2005/8/layout/vList5"/>
    <dgm:cxn modelId="{8C198048-7E48-854D-9366-87B72E98F98D}" type="presOf" srcId="{80C78181-ED43-F44D-9B54-E076B4AAFF71}" destId="{18E4A4C9-5A65-0049-B315-DEB2792D0764}" srcOrd="0" destOrd="0" presId="urn:microsoft.com/office/officeart/2005/8/layout/vList5"/>
    <dgm:cxn modelId="{10171454-03BB-1746-90E1-AA5C7E9AA1E5}" type="presOf" srcId="{9FDFFBC6-9840-3348-A3A5-F34760E5DEE6}" destId="{329B81B1-4548-C641-A1D7-D27ED73ABC7A}" srcOrd="0" destOrd="0" presId="urn:microsoft.com/office/officeart/2005/8/layout/vList5"/>
    <dgm:cxn modelId="{A3BBB263-1555-874B-85D8-B41AF26D1E30}" type="presOf" srcId="{69028F59-669A-4A40-B4E9-8E298AD9A12B}" destId="{232086CD-A9D1-204C-8D94-BD6183EAB673}" srcOrd="0" destOrd="0" presId="urn:microsoft.com/office/officeart/2005/8/layout/vList5"/>
    <dgm:cxn modelId="{FC01267F-A3A7-8F43-9C2F-0113F263ACBB}" srcId="{9FDFFBC6-9840-3348-A3A5-F34760E5DEE6}" destId="{80C78181-ED43-F44D-9B54-E076B4AAFF71}" srcOrd="0" destOrd="0" parTransId="{A62FD267-197B-254F-B50F-D5142F521770}" sibTransId="{5A6BBA05-6FAB-9742-A858-86031C91479D}"/>
    <dgm:cxn modelId="{A168A3A1-D7C0-8349-935A-88189FB3BEED}" type="presOf" srcId="{51052939-709F-3A43-9DF9-757F2D2645BA}" destId="{4DACB1CC-7DC4-DA4E-8EF1-A07FA3823507}" srcOrd="0" destOrd="0" presId="urn:microsoft.com/office/officeart/2005/8/layout/vList5"/>
    <dgm:cxn modelId="{FDB530D3-4DD8-3441-A07B-8836D9BCDCBB}" type="presOf" srcId="{73EFB19A-CB81-C34C-A750-8800882A852D}" destId="{F885C484-3D56-8A4D-A377-27733109E067}" srcOrd="0" destOrd="0" presId="urn:microsoft.com/office/officeart/2005/8/layout/vList5"/>
    <dgm:cxn modelId="{2882BEDA-B677-7F42-B0AA-D3405F284744}" srcId="{51052939-709F-3A43-9DF9-757F2D2645BA}" destId="{73EFB19A-CB81-C34C-A750-8800882A852D}" srcOrd="2" destOrd="0" parTransId="{CB1CEE20-1BE9-0545-A2D5-89B0029653E6}" sibTransId="{981F5312-F059-D745-A455-19158DCAF43F}"/>
    <dgm:cxn modelId="{CDFEBADF-B837-AF43-B02C-42AA588B5EB7}" srcId="{622B1136-EF7F-1E41-92FA-015F09843479}" destId="{D3DFFF6E-09C8-0148-B8D1-FA029915BF6F}" srcOrd="0" destOrd="0" parTransId="{BEBDFF13-F7D1-904D-938F-76919E93D402}" sibTransId="{9134786D-207E-F545-9A4E-14CECBAB06B0}"/>
    <dgm:cxn modelId="{F9A107E6-7CD9-9949-89E0-77449039594F}" type="presOf" srcId="{52D4EA96-FCA9-3248-ADFE-F602C8A6E418}" destId="{6492178F-FD93-BD4C-A3D0-EDC94E4A975B}" srcOrd="0" destOrd="0" presId="urn:microsoft.com/office/officeart/2005/8/layout/vList5"/>
    <dgm:cxn modelId="{128704BE-484E-DA4D-A21D-8CAC264EE5EB}" type="presParOf" srcId="{4DACB1CC-7DC4-DA4E-8EF1-A07FA3823507}" destId="{94152224-6E2B-474A-818B-CB698FD1D96C}" srcOrd="0" destOrd="0" presId="urn:microsoft.com/office/officeart/2005/8/layout/vList5"/>
    <dgm:cxn modelId="{7F17B79B-32A6-0641-B437-5873EF49B9D4}" type="presParOf" srcId="{94152224-6E2B-474A-818B-CB698FD1D96C}" destId="{91DA1B54-4F1E-744F-878B-5AF3157B78BC}" srcOrd="0" destOrd="0" presId="urn:microsoft.com/office/officeart/2005/8/layout/vList5"/>
    <dgm:cxn modelId="{19D42211-6D07-5F4F-9762-B988874F99AA}" type="presParOf" srcId="{94152224-6E2B-474A-818B-CB698FD1D96C}" destId="{96ACC098-7039-894D-A827-C017A9C51CCE}" srcOrd="1" destOrd="0" presId="urn:microsoft.com/office/officeart/2005/8/layout/vList5"/>
    <dgm:cxn modelId="{FBB527AC-3AB5-0847-B7D9-2E824A33E6FA}" type="presParOf" srcId="{4DACB1CC-7DC4-DA4E-8EF1-A07FA3823507}" destId="{20BAA2CF-D031-2341-BF21-468D4DD36821}" srcOrd="1" destOrd="0" presId="urn:microsoft.com/office/officeart/2005/8/layout/vList5"/>
    <dgm:cxn modelId="{9BDF5989-7961-CB47-9BC6-04E30E9F0F5F}" type="presParOf" srcId="{4DACB1CC-7DC4-DA4E-8EF1-A07FA3823507}" destId="{EA4D7F65-13C7-7C4B-8EED-6FE869DAE7AE}" srcOrd="2" destOrd="0" presId="urn:microsoft.com/office/officeart/2005/8/layout/vList5"/>
    <dgm:cxn modelId="{A4398839-61F6-E54E-8EA9-AA858C74D271}" type="presParOf" srcId="{EA4D7F65-13C7-7C4B-8EED-6FE869DAE7AE}" destId="{329B81B1-4548-C641-A1D7-D27ED73ABC7A}" srcOrd="0" destOrd="0" presId="urn:microsoft.com/office/officeart/2005/8/layout/vList5"/>
    <dgm:cxn modelId="{EAFBDFF6-50D2-4E4A-860E-444A5EE1AC50}" type="presParOf" srcId="{EA4D7F65-13C7-7C4B-8EED-6FE869DAE7AE}" destId="{18E4A4C9-5A65-0049-B315-DEB2792D0764}" srcOrd="1" destOrd="0" presId="urn:microsoft.com/office/officeart/2005/8/layout/vList5"/>
    <dgm:cxn modelId="{4E84B168-CEF6-DF4E-869A-5853D4B42BB3}" type="presParOf" srcId="{4DACB1CC-7DC4-DA4E-8EF1-A07FA3823507}" destId="{CC97096C-35D4-7742-B5D3-90024C0853F9}" srcOrd="3" destOrd="0" presId="urn:microsoft.com/office/officeart/2005/8/layout/vList5"/>
    <dgm:cxn modelId="{6F21C328-E3D9-564F-90C8-8D176A42D365}" type="presParOf" srcId="{4DACB1CC-7DC4-DA4E-8EF1-A07FA3823507}" destId="{17B0EF35-FE4A-C442-9B90-AACA6208BF5D}" srcOrd="4" destOrd="0" presId="urn:microsoft.com/office/officeart/2005/8/layout/vList5"/>
    <dgm:cxn modelId="{A95CAC16-1AE8-494A-A7FF-07CD20DEF0E0}" type="presParOf" srcId="{17B0EF35-FE4A-C442-9B90-AACA6208BF5D}" destId="{F885C484-3D56-8A4D-A377-27733109E067}" srcOrd="0" destOrd="0" presId="urn:microsoft.com/office/officeart/2005/8/layout/vList5"/>
    <dgm:cxn modelId="{FE936B65-5C45-0A49-B77E-44E7C65C9620}" type="presParOf" srcId="{17B0EF35-FE4A-C442-9B90-AACA6208BF5D}" destId="{4A265C78-0B80-AB4F-896F-C175B57E4E56}" srcOrd="1" destOrd="0" presId="urn:microsoft.com/office/officeart/2005/8/layout/vList5"/>
    <dgm:cxn modelId="{AC960EFA-673B-204A-AAD6-AB2469C621FA}" type="presParOf" srcId="{4DACB1CC-7DC4-DA4E-8EF1-A07FA3823507}" destId="{78B1B965-6FB4-074B-8E98-97A9B907EF91}" srcOrd="5" destOrd="0" presId="urn:microsoft.com/office/officeart/2005/8/layout/vList5"/>
    <dgm:cxn modelId="{34ADEF7A-AA3E-F44D-87DC-F6E5EA6B0BEA}" type="presParOf" srcId="{4DACB1CC-7DC4-DA4E-8EF1-A07FA3823507}" destId="{4BB1258D-5AA6-BD44-9573-B52354093791}" srcOrd="6" destOrd="0" presId="urn:microsoft.com/office/officeart/2005/8/layout/vList5"/>
    <dgm:cxn modelId="{11FB4743-5B41-1145-813C-020F1479D2FF}" type="presParOf" srcId="{4BB1258D-5AA6-BD44-9573-B52354093791}" destId="{232086CD-A9D1-204C-8D94-BD6183EAB673}" srcOrd="0" destOrd="0" presId="urn:microsoft.com/office/officeart/2005/8/layout/vList5"/>
    <dgm:cxn modelId="{89A2198C-7DF7-7A4E-A069-BFF2A6D41437}" type="presParOf" srcId="{4BB1258D-5AA6-BD44-9573-B52354093791}" destId="{6492178F-FD93-BD4C-A3D0-EDC94E4A975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44A332-84CD-7148-BDCC-4EB48818DF66}">
      <dsp:nvSpPr>
        <dsp:cNvPr id="0" name=""/>
        <dsp:cNvSpPr/>
      </dsp:nvSpPr>
      <dsp:spPr>
        <a:xfrm>
          <a:off x="2265916" y="942868"/>
          <a:ext cx="4904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0488" y="45720"/>
              </a:lnTo>
            </a:path>
          </a:pathLst>
        </a:custGeom>
        <a:noFill/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2498133" y="985983"/>
        <a:ext cx="26054" cy="5210"/>
      </dsp:txXfrm>
    </dsp:sp>
    <dsp:sp modelId="{8424964A-3D7F-334C-8C0C-E987A0E1DA6F}">
      <dsp:nvSpPr>
        <dsp:cNvPr id="0" name=""/>
        <dsp:cNvSpPr/>
      </dsp:nvSpPr>
      <dsp:spPr>
        <a:xfrm>
          <a:off x="2115" y="308908"/>
          <a:ext cx="2265601" cy="135936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016" tIns="116531" rIns="111016" bIns="11653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>
              <a:latin typeface="Abadi MT Condensed Light" panose="020B0306030101010103" pitchFamily="34" charset="77"/>
            </a:rPr>
            <a:t>Project Objectives</a:t>
          </a:r>
          <a:endParaRPr lang="en-US" sz="2800" b="0" i="0" kern="1200" dirty="0">
            <a:latin typeface="Abadi MT Condensed Light" panose="020B0306030101010103" pitchFamily="34" charset="77"/>
          </a:endParaRPr>
        </a:p>
      </dsp:txBody>
      <dsp:txXfrm>
        <a:off x="2115" y="308908"/>
        <a:ext cx="2265601" cy="1359360"/>
      </dsp:txXfrm>
    </dsp:sp>
    <dsp:sp modelId="{CBF3B745-9179-1741-90D5-F912D3958871}">
      <dsp:nvSpPr>
        <dsp:cNvPr id="0" name=""/>
        <dsp:cNvSpPr/>
      </dsp:nvSpPr>
      <dsp:spPr>
        <a:xfrm>
          <a:off x="5052605" y="942868"/>
          <a:ext cx="4904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0488" y="45720"/>
              </a:lnTo>
            </a:path>
          </a:pathLst>
        </a:custGeom>
        <a:noFill/>
        <a:ln w="6350" cap="flat" cmpd="sng" algn="ctr">
          <a:solidFill>
            <a:schemeClr val="accent2">
              <a:hueOff val="-67869"/>
              <a:satOff val="-582"/>
              <a:lumOff val="-3856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5284822" y="985983"/>
        <a:ext cx="26054" cy="5210"/>
      </dsp:txXfrm>
    </dsp:sp>
    <dsp:sp modelId="{9162889B-4D76-FD43-AA7A-D2D5E3E3DAED}">
      <dsp:nvSpPr>
        <dsp:cNvPr id="0" name=""/>
        <dsp:cNvSpPr/>
      </dsp:nvSpPr>
      <dsp:spPr>
        <a:xfrm>
          <a:off x="2788804" y="308908"/>
          <a:ext cx="2265601" cy="1359360"/>
        </a:xfrm>
        <a:prstGeom prst="rect">
          <a:avLst/>
        </a:prstGeom>
        <a:solidFill>
          <a:schemeClr val="accent2">
            <a:hueOff val="-58173"/>
            <a:satOff val="-499"/>
            <a:lumOff val="-330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016" tIns="116531" rIns="111016" bIns="11653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>
              <a:latin typeface="Abadi MT Condensed Light" panose="020B0306030101010103" pitchFamily="34" charset="77"/>
            </a:rPr>
            <a:t>Data Overview</a:t>
          </a:r>
        </a:p>
      </dsp:txBody>
      <dsp:txXfrm>
        <a:off x="2788804" y="308908"/>
        <a:ext cx="2265601" cy="1359360"/>
      </dsp:txXfrm>
    </dsp:sp>
    <dsp:sp modelId="{B0D1DA22-6C48-B44D-862F-792D60675755}">
      <dsp:nvSpPr>
        <dsp:cNvPr id="0" name=""/>
        <dsp:cNvSpPr/>
      </dsp:nvSpPr>
      <dsp:spPr>
        <a:xfrm>
          <a:off x="7839295" y="942868"/>
          <a:ext cx="4904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0488" y="45720"/>
              </a:lnTo>
            </a:path>
          </a:pathLst>
        </a:custGeom>
        <a:noFill/>
        <a:ln w="6350" cap="flat" cmpd="sng" algn="ctr">
          <a:solidFill>
            <a:schemeClr val="accent2">
              <a:hueOff val="-135738"/>
              <a:satOff val="-1163"/>
              <a:lumOff val="-7712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8071512" y="985983"/>
        <a:ext cx="26054" cy="5210"/>
      </dsp:txXfrm>
    </dsp:sp>
    <dsp:sp modelId="{288BC130-388E-D84A-8A23-04807E207D68}">
      <dsp:nvSpPr>
        <dsp:cNvPr id="0" name=""/>
        <dsp:cNvSpPr/>
      </dsp:nvSpPr>
      <dsp:spPr>
        <a:xfrm>
          <a:off x="5575494" y="308908"/>
          <a:ext cx="2265601" cy="1359360"/>
        </a:xfrm>
        <a:prstGeom prst="rect">
          <a:avLst/>
        </a:prstGeom>
        <a:solidFill>
          <a:schemeClr val="accent2">
            <a:hueOff val="-116347"/>
            <a:satOff val="-997"/>
            <a:lumOff val="-661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016" tIns="116531" rIns="111016" bIns="11653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>
              <a:latin typeface="Abadi MT Condensed Light" panose="020B0306030101010103" pitchFamily="34" charset="77"/>
            </a:rPr>
            <a:t>Exploratory Data Analysis (EDA)</a:t>
          </a:r>
        </a:p>
      </dsp:txBody>
      <dsp:txXfrm>
        <a:off x="5575494" y="308908"/>
        <a:ext cx="2265601" cy="1359360"/>
      </dsp:txXfrm>
    </dsp:sp>
    <dsp:sp modelId="{98C17830-14D7-1D4E-9091-56E25D673750}">
      <dsp:nvSpPr>
        <dsp:cNvPr id="0" name=""/>
        <dsp:cNvSpPr/>
      </dsp:nvSpPr>
      <dsp:spPr>
        <a:xfrm>
          <a:off x="1134915" y="1666468"/>
          <a:ext cx="8360068" cy="490488"/>
        </a:xfrm>
        <a:custGeom>
          <a:avLst/>
          <a:gdLst/>
          <a:ahLst/>
          <a:cxnLst/>
          <a:rect l="0" t="0" r="0" b="0"/>
          <a:pathLst>
            <a:path>
              <a:moveTo>
                <a:pt x="8360068" y="0"/>
              </a:moveTo>
              <a:lnTo>
                <a:pt x="8360068" y="262344"/>
              </a:lnTo>
              <a:lnTo>
                <a:pt x="0" y="262344"/>
              </a:lnTo>
              <a:lnTo>
                <a:pt x="0" y="490488"/>
              </a:lnTo>
            </a:path>
          </a:pathLst>
        </a:custGeom>
        <a:noFill/>
        <a:ln w="6350" cap="flat" cmpd="sng" algn="ctr">
          <a:solidFill>
            <a:schemeClr val="accent2">
              <a:hueOff val="-203606"/>
              <a:satOff val="-1745"/>
              <a:lumOff val="-11568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5105542" y="1909107"/>
        <a:ext cx="418814" cy="5210"/>
      </dsp:txXfrm>
    </dsp:sp>
    <dsp:sp modelId="{B28F4D42-96EA-4D41-8B02-515959B13E91}">
      <dsp:nvSpPr>
        <dsp:cNvPr id="0" name=""/>
        <dsp:cNvSpPr/>
      </dsp:nvSpPr>
      <dsp:spPr>
        <a:xfrm>
          <a:off x="8362183" y="308908"/>
          <a:ext cx="2265601" cy="1359360"/>
        </a:xfrm>
        <a:prstGeom prst="rect">
          <a:avLst/>
        </a:prstGeom>
        <a:solidFill>
          <a:schemeClr val="accent2">
            <a:hueOff val="-174520"/>
            <a:satOff val="-1496"/>
            <a:lumOff val="-991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016" tIns="116531" rIns="111016" bIns="11653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>
              <a:latin typeface="Abadi MT Condensed Light" panose="020B0306030101010103" pitchFamily="34" charset="77"/>
            </a:rPr>
            <a:t>Modeling Approach</a:t>
          </a:r>
        </a:p>
      </dsp:txBody>
      <dsp:txXfrm>
        <a:off x="8362183" y="308908"/>
        <a:ext cx="2265601" cy="1359360"/>
      </dsp:txXfrm>
    </dsp:sp>
    <dsp:sp modelId="{48C941E2-D1F7-6641-AFF7-F8F2F9A1EFF1}">
      <dsp:nvSpPr>
        <dsp:cNvPr id="0" name=""/>
        <dsp:cNvSpPr/>
      </dsp:nvSpPr>
      <dsp:spPr>
        <a:xfrm>
          <a:off x="2265916" y="2823317"/>
          <a:ext cx="4904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0488" y="45720"/>
              </a:lnTo>
            </a:path>
          </a:pathLst>
        </a:custGeom>
        <a:noFill/>
        <a:ln w="6350" cap="flat" cmpd="sng" algn="ctr">
          <a:solidFill>
            <a:schemeClr val="accent2">
              <a:hueOff val="-271475"/>
              <a:satOff val="-2327"/>
              <a:lumOff val="-15425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2498133" y="2866432"/>
        <a:ext cx="26054" cy="5210"/>
      </dsp:txXfrm>
    </dsp:sp>
    <dsp:sp modelId="{C1DE6FBB-DDDF-B246-A75F-5B9988F84D3E}">
      <dsp:nvSpPr>
        <dsp:cNvPr id="0" name=""/>
        <dsp:cNvSpPr/>
      </dsp:nvSpPr>
      <dsp:spPr>
        <a:xfrm>
          <a:off x="2115" y="2189357"/>
          <a:ext cx="2265601" cy="1359360"/>
        </a:xfrm>
        <a:prstGeom prst="rect">
          <a:avLst/>
        </a:prstGeom>
        <a:solidFill>
          <a:schemeClr val="accent2">
            <a:hueOff val="-232693"/>
            <a:satOff val="-1994"/>
            <a:lumOff val="-1322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016" tIns="116531" rIns="111016" bIns="11653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>
              <a:latin typeface="Abadi MT Condensed Light" panose="020B0306030101010103" pitchFamily="34" charset="77"/>
            </a:rPr>
            <a:t>Results and Findings</a:t>
          </a:r>
        </a:p>
      </dsp:txBody>
      <dsp:txXfrm>
        <a:off x="2115" y="2189357"/>
        <a:ext cx="2265601" cy="1359360"/>
      </dsp:txXfrm>
    </dsp:sp>
    <dsp:sp modelId="{B996C708-0D66-1748-8762-E231F1F3E079}">
      <dsp:nvSpPr>
        <dsp:cNvPr id="0" name=""/>
        <dsp:cNvSpPr/>
      </dsp:nvSpPr>
      <dsp:spPr>
        <a:xfrm>
          <a:off x="5052605" y="2823317"/>
          <a:ext cx="4904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0488" y="45720"/>
              </a:lnTo>
            </a:path>
          </a:pathLst>
        </a:custGeom>
        <a:noFill/>
        <a:ln w="6350" cap="flat" cmpd="sng" algn="ctr">
          <a:solidFill>
            <a:schemeClr val="accent2">
              <a:hueOff val="-339344"/>
              <a:satOff val="-2908"/>
              <a:lumOff val="-19281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5284822" y="2866432"/>
        <a:ext cx="26054" cy="5210"/>
      </dsp:txXfrm>
    </dsp:sp>
    <dsp:sp modelId="{514459F5-240D-D540-8930-5E6D463B6417}">
      <dsp:nvSpPr>
        <dsp:cNvPr id="0" name=""/>
        <dsp:cNvSpPr/>
      </dsp:nvSpPr>
      <dsp:spPr>
        <a:xfrm>
          <a:off x="2788804" y="2189357"/>
          <a:ext cx="2265601" cy="1359360"/>
        </a:xfrm>
        <a:prstGeom prst="rect">
          <a:avLst/>
        </a:prstGeom>
        <a:solidFill>
          <a:schemeClr val="accent2">
            <a:hueOff val="-290866"/>
            <a:satOff val="-2493"/>
            <a:lumOff val="-1652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016" tIns="116531" rIns="111016" bIns="11653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>
              <a:latin typeface="Abadi MT Condensed Light" panose="020B0306030101010103" pitchFamily="34" charset="77"/>
            </a:rPr>
            <a:t>Model Interpretablitity</a:t>
          </a:r>
        </a:p>
      </dsp:txBody>
      <dsp:txXfrm>
        <a:off x="2788804" y="2189357"/>
        <a:ext cx="2265601" cy="1359360"/>
      </dsp:txXfrm>
    </dsp:sp>
    <dsp:sp modelId="{B909B8B5-DE67-9540-A4DC-45A67760A5D3}">
      <dsp:nvSpPr>
        <dsp:cNvPr id="0" name=""/>
        <dsp:cNvSpPr/>
      </dsp:nvSpPr>
      <dsp:spPr>
        <a:xfrm>
          <a:off x="7839295" y="2823317"/>
          <a:ext cx="490488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90488" y="45720"/>
              </a:lnTo>
            </a:path>
          </a:pathLst>
        </a:custGeom>
        <a:noFill/>
        <a:ln w="6350" cap="flat" cmpd="sng" algn="ctr">
          <a:solidFill>
            <a:schemeClr val="accent2">
              <a:hueOff val="-407213"/>
              <a:satOff val="-3490"/>
              <a:lumOff val="-23137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>
            <a:solidFill>
              <a:schemeClr val="tx1"/>
            </a:solidFill>
          </a:endParaRPr>
        </a:p>
      </dsp:txBody>
      <dsp:txXfrm>
        <a:off x="8071512" y="2866432"/>
        <a:ext cx="26054" cy="5210"/>
      </dsp:txXfrm>
    </dsp:sp>
    <dsp:sp modelId="{FC58CCF7-A35D-2D45-B0CD-0E1A347279E3}">
      <dsp:nvSpPr>
        <dsp:cNvPr id="0" name=""/>
        <dsp:cNvSpPr/>
      </dsp:nvSpPr>
      <dsp:spPr>
        <a:xfrm>
          <a:off x="5575494" y="2189357"/>
          <a:ext cx="2265601" cy="1359360"/>
        </a:xfrm>
        <a:prstGeom prst="rect">
          <a:avLst/>
        </a:prstGeom>
        <a:solidFill>
          <a:schemeClr val="accent2">
            <a:hueOff val="-349040"/>
            <a:satOff val="-2991"/>
            <a:lumOff val="-1983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016" tIns="116531" rIns="111016" bIns="11653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b="0" i="0" kern="1200">
              <a:latin typeface="Abadi MT Condensed Light" panose="020B0306030101010103" pitchFamily="34" charset="77"/>
            </a:rPr>
            <a:t>C</a:t>
          </a:r>
          <a:r>
            <a:rPr lang="en-US" sz="2800" b="0" i="0" kern="1200">
              <a:latin typeface="Abadi MT Condensed Light" panose="020B0306030101010103" pitchFamily="34" charset="77"/>
            </a:rPr>
            <a:t>hallenges and Limitations</a:t>
          </a:r>
        </a:p>
      </dsp:txBody>
      <dsp:txXfrm>
        <a:off x="5575494" y="2189357"/>
        <a:ext cx="2265601" cy="1359360"/>
      </dsp:txXfrm>
    </dsp:sp>
    <dsp:sp modelId="{0D2AF4D7-882F-4C47-86CD-8C4D0A67FE4F}">
      <dsp:nvSpPr>
        <dsp:cNvPr id="0" name=""/>
        <dsp:cNvSpPr/>
      </dsp:nvSpPr>
      <dsp:spPr>
        <a:xfrm>
          <a:off x="8362183" y="2189357"/>
          <a:ext cx="2265601" cy="1359360"/>
        </a:xfrm>
        <a:prstGeom prst="rect">
          <a:avLst/>
        </a:prstGeom>
        <a:solidFill>
          <a:schemeClr val="accent2">
            <a:hueOff val="-407213"/>
            <a:satOff val="-3490"/>
            <a:lumOff val="-2313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1016" tIns="116531" rIns="111016" bIns="116531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0" i="0" kern="1200">
              <a:latin typeface="Abadi MT Condensed Light" panose="020B0306030101010103" pitchFamily="34" charset="77"/>
            </a:rPr>
            <a:t>Conclusions</a:t>
          </a:r>
          <a:endParaRPr lang="en-US" sz="2800" b="0" i="0" kern="1200" dirty="0">
            <a:latin typeface="Abadi MT Condensed Light" panose="020B0306030101010103" pitchFamily="34" charset="77"/>
          </a:endParaRPr>
        </a:p>
      </dsp:txBody>
      <dsp:txXfrm>
        <a:off x="8362183" y="2189357"/>
        <a:ext cx="2265601" cy="13593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631E76-E608-4827-9937-104B79685B4B}">
      <dsp:nvSpPr>
        <dsp:cNvPr id="0" name=""/>
        <dsp:cNvSpPr/>
      </dsp:nvSpPr>
      <dsp:spPr>
        <a:xfrm>
          <a:off x="116688" y="699668"/>
          <a:ext cx="901246" cy="901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0D2F2B-DD06-4575-AA8C-862AB5E3B798}">
      <dsp:nvSpPr>
        <dsp:cNvPr id="0" name=""/>
        <dsp:cNvSpPr/>
      </dsp:nvSpPr>
      <dsp:spPr>
        <a:xfrm>
          <a:off x="305950" y="888930"/>
          <a:ext cx="522722" cy="52272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220050-2C1E-4193-9D2D-55CA5B69CE64}">
      <dsp:nvSpPr>
        <dsp:cNvPr id="0" name=""/>
        <dsp:cNvSpPr/>
      </dsp:nvSpPr>
      <dsp:spPr>
        <a:xfrm>
          <a:off x="1211059" y="699668"/>
          <a:ext cx="2124366" cy="90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Build regression models to predict annual household income.</a:t>
          </a:r>
          <a:endParaRPr lang="en-US" sz="1600" kern="1200"/>
        </a:p>
      </dsp:txBody>
      <dsp:txXfrm>
        <a:off x="1211059" y="699668"/>
        <a:ext cx="2124366" cy="901246"/>
      </dsp:txXfrm>
    </dsp:sp>
    <dsp:sp modelId="{EC5ECE44-D364-4A1C-BF9B-099C806EF7D0}">
      <dsp:nvSpPr>
        <dsp:cNvPr id="0" name=""/>
        <dsp:cNvSpPr/>
      </dsp:nvSpPr>
      <dsp:spPr>
        <a:xfrm>
          <a:off x="3705581" y="699668"/>
          <a:ext cx="901246" cy="901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1B6BD1-E2B7-40FF-9485-CB1CB4AA425A}">
      <dsp:nvSpPr>
        <dsp:cNvPr id="0" name=""/>
        <dsp:cNvSpPr/>
      </dsp:nvSpPr>
      <dsp:spPr>
        <a:xfrm>
          <a:off x="3894843" y="888930"/>
          <a:ext cx="522722" cy="52272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2A23DC-425F-48C4-87DE-0D30779086BD}">
      <dsp:nvSpPr>
        <dsp:cNvPr id="0" name=""/>
        <dsp:cNvSpPr/>
      </dsp:nvSpPr>
      <dsp:spPr>
        <a:xfrm>
          <a:off x="4799952" y="699668"/>
          <a:ext cx="2124366" cy="90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Evaluate the performance of various models.</a:t>
          </a:r>
          <a:endParaRPr lang="en-US" sz="1600" kern="1200"/>
        </a:p>
      </dsp:txBody>
      <dsp:txXfrm>
        <a:off x="4799952" y="699668"/>
        <a:ext cx="2124366" cy="901246"/>
      </dsp:txXfrm>
    </dsp:sp>
    <dsp:sp modelId="{B521E995-BEA6-49C4-B62F-BA8F98FB3572}">
      <dsp:nvSpPr>
        <dsp:cNvPr id="0" name=""/>
        <dsp:cNvSpPr/>
      </dsp:nvSpPr>
      <dsp:spPr>
        <a:xfrm>
          <a:off x="7294473" y="699668"/>
          <a:ext cx="901246" cy="901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FBDDDC-5D0D-4136-B529-23ECAAE92B30}">
      <dsp:nvSpPr>
        <dsp:cNvPr id="0" name=""/>
        <dsp:cNvSpPr/>
      </dsp:nvSpPr>
      <dsp:spPr>
        <a:xfrm>
          <a:off x="7483735" y="888930"/>
          <a:ext cx="522722" cy="52272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0CD34D-DE1A-478A-983A-0AEB5DA667AC}">
      <dsp:nvSpPr>
        <dsp:cNvPr id="0" name=""/>
        <dsp:cNvSpPr/>
      </dsp:nvSpPr>
      <dsp:spPr>
        <a:xfrm>
          <a:off x="8388844" y="699668"/>
          <a:ext cx="2124366" cy="90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Interpret the models to understand key influencing factors.</a:t>
          </a:r>
          <a:endParaRPr lang="en-US" sz="1600" kern="1200" dirty="0"/>
        </a:p>
      </dsp:txBody>
      <dsp:txXfrm>
        <a:off x="8388844" y="699668"/>
        <a:ext cx="2124366" cy="901246"/>
      </dsp:txXfrm>
    </dsp:sp>
    <dsp:sp modelId="{EDE73109-EF34-48E5-BEC7-BA97037E7124}">
      <dsp:nvSpPr>
        <dsp:cNvPr id="0" name=""/>
        <dsp:cNvSpPr/>
      </dsp:nvSpPr>
      <dsp:spPr>
        <a:xfrm>
          <a:off x="116688" y="2256711"/>
          <a:ext cx="901246" cy="901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BB2CC3-D6C1-455A-9E5F-80ABDE208D49}">
      <dsp:nvSpPr>
        <dsp:cNvPr id="0" name=""/>
        <dsp:cNvSpPr/>
      </dsp:nvSpPr>
      <dsp:spPr>
        <a:xfrm>
          <a:off x="305950" y="2445972"/>
          <a:ext cx="522722" cy="52272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A53555-11AB-4EF6-89B3-460BB3A6F7A5}">
      <dsp:nvSpPr>
        <dsp:cNvPr id="0" name=""/>
        <dsp:cNvSpPr/>
      </dsp:nvSpPr>
      <dsp:spPr>
        <a:xfrm>
          <a:off x="1211059" y="2256711"/>
          <a:ext cx="2124366" cy="90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Identify challenges in modeling synthetic data.</a:t>
          </a:r>
          <a:endParaRPr lang="en-US" sz="1600" kern="1200"/>
        </a:p>
      </dsp:txBody>
      <dsp:txXfrm>
        <a:off x="1211059" y="2256711"/>
        <a:ext cx="2124366" cy="901246"/>
      </dsp:txXfrm>
    </dsp:sp>
    <dsp:sp modelId="{5624B0FE-F0B8-410F-B202-F7C116E95F73}">
      <dsp:nvSpPr>
        <dsp:cNvPr id="0" name=""/>
        <dsp:cNvSpPr/>
      </dsp:nvSpPr>
      <dsp:spPr>
        <a:xfrm>
          <a:off x="3705581" y="2256711"/>
          <a:ext cx="901246" cy="901246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D45B6-FBB0-4FCF-BB6D-717FD2608E82}">
      <dsp:nvSpPr>
        <dsp:cNvPr id="0" name=""/>
        <dsp:cNvSpPr/>
      </dsp:nvSpPr>
      <dsp:spPr>
        <a:xfrm>
          <a:off x="3894843" y="2445972"/>
          <a:ext cx="522722" cy="52272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B94BE-33E6-485D-9E16-FDC40F1EBF1F}">
      <dsp:nvSpPr>
        <dsp:cNvPr id="0" name=""/>
        <dsp:cNvSpPr/>
      </dsp:nvSpPr>
      <dsp:spPr>
        <a:xfrm>
          <a:off x="4799952" y="2256711"/>
          <a:ext cx="2124366" cy="9012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/>
            <a:t>Provide recommendations based on findings.</a:t>
          </a:r>
          <a:endParaRPr lang="en-US" sz="1600" kern="1200"/>
        </a:p>
      </dsp:txBody>
      <dsp:txXfrm>
        <a:off x="4799952" y="2256711"/>
        <a:ext cx="2124366" cy="90124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90E63F-222D-3C43-A37D-ED874A01AE00}">
      <dsp:nvSpPr>
        <dsp:cNvPr id="0" name=""/>
        <dsp:cNvSpPr/>
      </dsp:nvSpPr>
      <dsp:spPr>
        <a:xfrm>
          <a:off x="108377" y="0"/>
          <a:ext cx="5787259" cy="5787259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30D3BD-9CBE-D440-BD07-121822FD41E3}">
      <dsp:nvSpPr>
        <dsp:cNvPr id="0" name=""/>
        <dsp:cNvSpPr/>
      </dsp:nvSpPr>
      <dsp:spPr>
        <a:xfrm>
          <a:off x="658167" y="549789"/>
          <a:ext cx="2257031" cy="22570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>
              <a:latin typeface="Abadi MT Condensed Extra Bold" panose="020B0306030101010103" pitchFamily="34" charset="77"/>
            </a:rPr>
            <a:t>Dataset Source: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dirty="0">
              <a:latin typeface="Abadi MT Condensed Light" panose="020B0306030101010103" pitchFamily="34" charset="77"/>
            </a:rPr>
            <a:t>Kaggle Synthetic Dataset</a:t>
          </a:r>
          <a:endParaRPr lang="en-US" sz="1600" b="0" i="0" kern="1200" dirty="0">
            <a:latin typeface="Abadi MT Condensed Light" panose="020B0306030101010103" pitchFamily="34" charset="77"/>
          </a:endParaRPr>
        </a:p>
      </dsp:txBody>
      <dsp:txXfrm>
        <a:off x="768346" y="659968"/>
        <a:ext cx="2036673" cy="2036673"/>
      </dsp:txXfrm>
    </dsp:sp>
    <dsp:sp modelId="{643A1360-6468-A044-BE2B-5A0F96237D6A}">
      <dsp:nvSpPr>
        <dsp:cNvPr id="0" name=""/>
        <dsp:cNvSpPr/>
      </dsp:nvSpPr>
      <dsp:spPr>
        <a:xfrm>
          <a:off x="3088815" y="549789"/>
          <a:ext cx="2257031" cy="22570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>
              <a:latin typeface="Abadi MT Condensed Extra Bold" panose="020B0306030101010103" pitchFamily="34" charset="77"/>
            </a:rPr>
            <a:t>Numerical Variables: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dirty="0">
              <a:latin typeface="Abadi MT Condensed Light" panose="020B0306030101010103" pitchFamily="34" charset="77"/>
            </a:rPr>
            <a:t>Age, Number of Dependents, Work Experience, Household Size, Income</a:t>
          </a:r>
          <a:endParaRPr lang="en-US" sz="1600" b="0" i="0" kern="1200" dirty="0">
            <a:latin typeface="Abadi MT Condensed Light" panose="020B0306030101010103" pitchFamily="34" charset="77"/>
          </a:endParaRPr>
        </a:p>
      </dsp:txBody>
      <dsp:txXfrm>
        <a:off x="3198994" y="659968"/>
        <a:ext cx="2036673" cy="2036673"/>
      </dsp:txXfrm>
    </dsp:sp>
    <dsp:sp modelId="{493D031E-5DC0-D546-AE34-7477941409E3}">
      <dsp:nvSpPr>
        <dsp:cNvPr id="0" name=""/>
        <dsp:cNvSpPr/>
      </dsp:nvSpPr>
      <dsp:spPr>
        <a:xfrm>
          <a:off x="658167" y="2980438"/>
          <a:ext cx="2257031" cy="22570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>
              <a:latin typeface="Abadi MT Condensed Extra Bold" panose="020B0306030101010103" pitchFamily="34" charset="77"/>
            </a:rPr>
            <a:t>Categorical Variables: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dirty="0">
              <a:latin typeface="Abadi MT Condensed Light" panose="020B0306030101010103" pitchFamily="34" charset="77"/>
            </a:rPr>
            <a:t>Education Level, Occupation, Location, Marital Status, Employment Status, Homeownership Status, Type of Housing, Gender, Primary Mode of Transportation</a:t>
          </a:r>
          <a:endParaRPr lang="en-US" sz="1600" b="0" i="0" kern="1200" dirty="0">
            <a:latin typeface="Abadi MT Condensed Light" panose="020B0306030101010103" pitchFamily="34" charset="77"/>
          </a:endParaRPr>
        </a:p>
      </dsp:txBody>
      <dsp:txXfrm>
        <a:off x="768346" y="3090617"/>
        <a:ext cx="2036673" cy="2036673"/>
      </dsp:txXfrm>
    </dsp:sp>
    <dsp:sp modelId="{9FFDC655-960B-6747-99A6-8656D61ABA98}">
      <dsp:nvSpPr>
        <dsp:cNvPr id="0" name=""/>
        <dsp:cNvSpPr/>
      </dsp:nvSpPr>
      <dsp:spPr>
        <a:xfrm>
          <a:off x="3088815" y="2980438"/>
          <a:ext cx="2257031" cy="225703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>
              <a:latin typeface="Abadi MT Condensed Extra Bold" panose="020B0306030101010103" pitchFamily="34" charset="77"/>
            </a:rPr>
            <a:t>Target Variable: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 dirty="0">
              <a:latin typeface="Abadi MT Condensed Light" panose="020B0306030101010103" pitchFamily="34" charset="77"/>
            </a:rPr>
            <a:t>Annual Household Income (in USD)</a:t>
          </a:r>
          <a:endParaRPr lang="en-US" sz="1600" b="0" i="0" kern="1200" dirty="0">
            <a:latin typeface="Abadi MT Condensed Light" panose="020B0306030101010103" pitchFamily="34" charset="77"/>
          </a:endParaRPr>
        </a:p>
      </dsp:txBody>
      <dsp:txXfrm>
        <a:off x="3198994" y="3090617"/>
        <a:ext cx="2036673" cy="20366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510414-0CD9-8D4E-9EFB-3AD5F72DDADA}">
      <dsp:nvSpPr>
        <dsp:cNvPr id="0" name=""/>
        <dsp:cNvSpPr/>
      </dsp:nvSpPr>
      <dsp:spPr>
        <a:xfrm rot="5400000">
          <a:off x="6745408" y="-2763402"/>
          <a:ext cx="1049303" cy="684240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>
              <a:latin typeface="Abadi MT Condensed Light" panose="020B0306030101010103" pitchFamily="34" charset="77"/>
            </a:rPr>
            <a:t>One-Hot Encoding for categorical variables.</a:t>
          </a:r>
          <a:endParaRPr lang="en-GR" sz="1600" b="0" i="0" kern="1200">
            <a:latin typeface="Abadi MT Condensed Light" panose="020B0306030101010103" pitchFamily="34" charset="77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>
              <a:latin typeface="Abadi MT Condensed Light" panose="020B0306030101010103" pitchFamily="34" charset="77"/>
            </a:rPr>
            <a:t>Manual encoding for ordinal features (Education Level).</a:t>
          </a:r>
          <a:endParaRPr lang="en-GR" sz="1600" b="0" i="0" kern="1200">
            <a:latin typeface="Abadi MT Condensed Light" panose="020B0306030101010103" pitchFamily="34" charset="77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>
              <a:latin typeface="Abadi MT Condensed Light" panose="020B0306030101010103" pitchFamily="34" charset="77"/>
            </a:rPr>
            <a:t>Log transformation of the target variable (Income).</a:t>
          </a:r>
          <a:endParaRPr lang="en-GR" sz="1600" b="0" i="0" kern="1200">
            <a:latin typeface="Abadi MT Condensed Light" panose="020B0306030101010103" pitchFamily="34" charset="77"/>
          </a:endParaRPr>
        </a:p>
      </dsp:txBody>
      <dsp:txXfrm rot="-5400000">
        <a:off x="3848856" y="184373"/>
        <a:ext cx="6791186" cy="946857"/>
      </dsp:txXfrm>
    </dsp:sp>
    <dsp:sp modelId="{5318C48F-ACB6-0447-AC13-B6C9190B7FF5}">
      <dsp:nvSpPr>
        <dsp:cNvPr id="0" name=""/>
        <dsp:cNvSpPr/>
      </dsp:nvSpPr>
      <dsp:spPr>
        <a:xfrm>
          <a:off x="0" y="1987"/>
          <a:ext cx="3848855" cy="13116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0" i="0" kern="1200">
              <a:latin typeface="Abadi MT Condensed Light" panose="020B0306030101010103" pitchFamily="34" charset="77"/>
            </a:rPr>
            <a:t>Data Preprocessing:</a:t>
          </a:r>
          <a:endParaRPr lang="en-GR" sz="3200" b="0" i="0" kern="1200">
            <a:latin typeface="Abadi MT Condensed Light" panose="020B0306030101010103" pitchFamily="34" charset="77"/>
          </a:endParaRPr>
        </a:p>
      </dsp:txBody>
      <dsp:txXfrm>
        <a:off x="64028" y="66015"/>
        <a:ext cx="3720799" cy="1183573"/>
      </dsp:txXfrm>
    </dsp:sp>
    <dsp:sp modelId="{00E645E3-BE29-4A48-B94A-F80977A2C4BC}">
      <dsp:nvSpPr>
        <dsp:cNvPr id="0" name=""/>
        <dsp:cNvSpPr/>
      </dsp:nvSpPr>
      <dsp:spPr>
        <a:xfrm rot="5400000">
          <a:off x="6745408" y="-1386191"/>
          <a:ext cx="1049303" cy="684240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>
              <a:latin typeface="Abadi MT Condensed Light" panose="020B0306030101010103" pitchFamily="34" charset="77"/>
            </a:rPr>
            <a:t>Linear Regression, Lasso, Ridge Regression.</a:t>
          </a:r>
          <a:endParaRPr lang="en-GR" sz="1600" b="0" i="0" kern="1200">
            <a:latin typeface="Abadi MT Condensed Light" panose="020B0306030101010103" pitchFamily="34" charset="77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>
              <a:latin typeface="Abadi MT Condensed Light" panose="020B0306030101010103" pitchFamily="34" charset="77"/>
            </a:rPr>
            <a:t>Decision Tree, Random Forest, XGBoost.</a:t>
          </a:r>
          <a:endParaRPr lang="en-GR" sz="1600" b="0" i="0" kern="1200">
            <a:latin typeface="Abadi MT Condensed Light" panose="020B0306030101010103" pitchFamily="34" charset="77"/>
          </a:endParaRPr>
        </a:p>
      </dsp:txBody>
      <dsp:txXfrm rot="-5400000">
        <a:off x="3848856" y="1561584"/>
        <a:ext cx="6791186" cy="946857"/>
      </dsp:txXfrm>
    </dsp:sp>
    <dsp:sp modelId="{5716C3AC-E916-0E4C-91ED-629AB7F3FE43}">
      <dsp:nvSpPr>
        <dsp:cNvPr id="0" name=""/>
        <dsp:cNvSpPr/>
      </dsp:nvSpPr>
      <dsp:spPr>
        <a:xfrm>
          <a:off x="0" y="1379198"/>
          <a:ext cx="3848855" cy="13116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0" i="0" kern="1200">
              <a:latin typeface="Abadi MT Condensed Light" panose="020B0306030101010103" pitchFamily="34" charset="77"/>
            </a:rPr>
            <a:t>Model Selection:</a:t>
          </a:r>
          <a:endParaRPr lang="en-GR" sz="3200" b="0" i="0" kern="1200">
            <a:latin typeface="Abadi MT Condensed Light" panose="020B0306030101010103" pitchFamily="34" charset="77"/>
          </a:endParaRPr>
        </a:p>
      </dsp:txBody>
      <dsp:txXfrm>
        <a:off x="64028" y="1443226"/>
        <a:ext cx="3720799" cy="1183573"/>
      </dsp:txXfrm>
    </dsp:sp>
    <dsp:sp modelId="{73F50638-3519-524E-B7AE-8BBB1612EEB5}">
      <dsp:nvSpPr>
        <dsp:cNvPr id="0" name=""/>
        <dsp:cNvSpPr/>
      </dsp:nvSpPr>
      <dsp:spPr>
        <a:xfrm rot="5400000">
          <a:off x="6745408" y="-8980"/>
          <a:ext cx="1049303" cy="684240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 dirty="0">
              <a:latin typeface="Abadi MT Condensed Light" panose="020B0306030101010103" pitchFamily="34" charset="77"/>
            </a:rPr>
            <a:t>Mean Squared Error (MSE), Mean Absolute Error (MAE), R-squared ( R</a:t>
          </a:r>
          <a:r>
            <a:rPr lang="en-GB" sz="1600" b="0" i="0" kern="1200" baseline="30000" dirty="0">
              <a:latin typeface="Abadi MT Condensed Light" panose="020B0306030101010103" pitchFamily="34" charset="77"/>
            </a:rPr>
            <a:t>2</a:t>
          </a:r>
          <a:r>
            <a:rPr lang="en-GB" sz="1600" b="0" i="0" kern="1200" dirty="0">
              <a:latin typeface="Abadi MT Condensed Light" panose="020B0306030101010103" pitchFamily="34" charset="77"/>
            </a:rPr>
            <a:t> ).</a:t>
          </a:r>
          <a:endParaRPr lang="en-GR" sz="1600" b="0" i="0" kern="1200" dirty="0">
            <a:latin typeface="Abadi MT Condensed Light" panose="020B0306030101010103" pitchFamily="34" charset="77"/>
          </a:endParaRPr>
        </a:p>
      </dsp:txBody>
      <dsp:txXfrm rot="-5400000">
        <a:off x="3848856" y="2938796"/>
        <a:ext cx="6791186" cy="946857"/>
      </dsp:txXfrm>
    </dsp:sp>
    <dsp:sp modelId="{0959E284-2FF6-BA4B-8DA4-526241F2CB4E}">
      <dsp:nvSpPr>
        <dsp:cNvPr id="0" name=""/>
        <dsp:cNvSpPr/>
      </dsp:nvSpPr>
      <dsp:spPr>
        <a:xfrm>
          <a:off x="0" y="2756409"/>
          <a:ext cx="3848855" cy="131162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60960" rIns="121920" bIns="6096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0" i="0" kern="1200">
              <a:latin typeface="Abadi MT Condensed Light" panose="020B0306030101010103" pitchFamily="34" charset="77"/>
            </a:rPr>
            <a:t>Evaluation Metrics:</a:t>
          </a:r>
          <a:endParaRPr lang="en-GR" sz="3200" b="0" i="0" kern="1200">
            <a:latin typeface="Abadi MT Condensed Light" panose="020B0306030101010103" pitchFamily="34" charset="77"/>
          </a:endParaRPr>
        </a:p>
      </dsp:txBody>
      <dsp:txXfrm>
        <a:off x="64028" y="2820437"/>
        <a:ext cx="3720799" cy="118357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3B4D56-6747-474D-9DED-178C39335470}">
      <dsp:nvSpPr>
        <dsp:cNvPr id="0" name=""/>
        <dsp:cNvSpPr/>
      </dsp:nvSpPr>
      <dsp:spPr>
        <a:xfrm>
          <a:off x="0" y="0"/>
          <a:ext cx="3739895" cy="3739895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shade val="5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BBE6DAF1-4B66-A64F-ADC0-CA530775463A}">
      <dsp:nvSpPr>
        <dsp:cNvPr id="0" name=""/>
        <dsp:cNvSpPr/>
      </dsp:nvSpPr>
      <dsp:spPr>
        <a:xfrm>
          <a:off x="1869947" y="0"/>
          <a:ext cx="8821317" cy="373989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0" i="0" kern="1200" dirty="0">
              <a:latin typeface="Abadi MT Condensed Light" panose="020B0306030101010103" pitchFamily="34" charset="77"/>
            </a:rPr>
            <a:t>Technique:</a:t>
          </a:r>
          <a:endParaRPr lang="en-GR" sz="4000" b="0" i="0" kern="1200" dirty="0">
            <a:latin typeface="Abadi MT Condensed Light" panose="020B0306030101010103" pitchFamily="34" charset="77"/>
          </a:endParaRPr>
        </a:p>
      </dsp:txBody>
      <dsp:txXfrm>
        <a:off x="1869947" y="0"/>
        <a:ext cx="4410658" cy="1776450"/>
      </dsp:txXfrm>
    </dsp:sp>
    <dsp:sp modelId="{681551EC-303B-B444-834D-BCC6F19B08CD}">
      <dsp:nvSpPr>
        <dsp:cNvPr id="0" name=""/>
        <dsp:cNvSpPr/>
      </dsp:nvSpPr>
      <dsp:spPr>
        <a:xfrm>
          <a:off x="992239" y="-3490"/>
          <a:ext cx="1776450" cy="1846922"/>
        </a:xfrm>
        <a:prstGeom prst="pie">
          <a:avLst>
            <a:gd name="adj1" fmla="val 5400000"/>
            <a:gd name="adj2" fmla="val 16200000"/>
          </a:avLst>
        </a:prstGeom>
        <a:solidFill>
          <a:schemeClr val="accent2">
            <a:shade val="50000"/>
            <a:hueOff val="72751"/>
            <a:satOff val="6286"/>
            <a:lumOff val="3898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51E4BDC-B01C-0B48-ACCB-9FA362211040}">
      <dsp:nvSpPr>
        <dsp:cNvPr id="0" name=""/>
        <dsp:cNvSpPr/>
      </dsp:nvSpPr>
      <dsp:spPr>
        <a:xfrm>
          <a:off x="1869947" y="1834487"/>
          <a:ext cx="8821317" cy="1887123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bg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marL="0" lvl="0" indent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b="0" i="0" kern="1200" dirty="0">
              <a:latin typeface="Abadi MT Condensed Light" panose="020B0306030101010103" pitchFamily="34" charset="77"/>
            </a:rPr>
            <a:t>Parameters Tuned:</a:t>
          </a:r>
          <a:endParaRPr lang="en-GR" sz="4000" b="0" i="0" kern="1200" dirty="0">
            <a:latin typeface="Abadi MT Condensed Light" panose="020B0306030101010103" pitchFamily="34" charset="77"/>
          </a:endParaRPr>
        </a:p>
      </dsp:txBody>
      <dsp:txXfrm>
        <a:off x="1869947" y="1834487"/>
        <a:ext cx="4410658" cy="1887123"/>
      </dsp:txXfrm>
    </dsp:sp>
    <dsp:sp modelId="{10A35969-B53F-084E-9931-70C0A1D59138}">
      <dsp:nvSpPr>
        <dsp:cNvPr id="0" name=""/>
        <dsp:cNvSpPr/>
      </dsp:nvSpPr>
      <dsp:spPr>
        <a:xfrm>
          <a:off x="6280606" y="0"/>
          <a:ext cx="4410658" cy="177645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i="0" kern="1200">
              <a:latin typeface="Abadi MT Condensed Light" panose="020B0306030101010103" pitchFamily="34" charset="77"/>
            </a:rPr>
            <a:t>Grid Search with Cross-Validation (5-fold).</a:t>
          </a:r>
          <a:endParaRPr lang="en-GR" sz="2100" b="0" i="0" kern="1200">
            <a:latin typeface="Abadi MT Condensed Light" panose="020B0306030101010103" pitchFamily="34" charset="77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i="0" kern="1200" dirty="0">
              <a:latin typeface="Abadi MT Condensed Light" panose="020B0306030101010103" pitchFamily="34" charset="77"/>
            </a:rPr>
            <a:t>Stratified K-Fold using binned target variable to ensure balanced folds.</a:t>
          </a:r>
          <a:endParaRPr lang="en-GR" sz="2100" b="0" i="0" kern="1200" dirty="0">
            <a:latin typeface="Abadi MT Condensed Light" panose="020B0306030101010103" pitchFamily="34" charset="77"/>
          </a:endParaRPr>
        </a:p>
      </dsp:txBody>
      <dsp:txXfrm>
        <a:off x="6280606" y="0"/>
        <a:ext cx="4410658" cy="1776450"/>
      </dsp:txXfrm>
    </dsp:sp>
    <dsp:sp modelId="{49DE2220-9EF6-6143-A935-145CCFA75D74}">
      <dsp:nvSpPr>
        <dsp:cNvPr id="0" name=""/>
        <dsp:cNvSpPr/>
      </dsp:nvSpPr>
      <dsp:spPr>
        <a:xfrm>
          <a:off x="6280606" y="1776450"/>
          <a:ext cx="4410658" cy="1776450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i="0" kern="1200" dirty="0">
              <a:latin typeface="Abadi MT Condensed Light" panose="020B0306030101010103" pitchFamily="34" charset="77"/>
            </a:rPr>
            <a:t>Regularization strengths for Lasso and Ridge.</a:t>
          </a:r>
          <a:endParaRPr lang="en-GR" sz="2100" b="0" i="0" kern="1200" dirty="0">
            <a:latin typeface="Abadi MT Condensed Light" panose="020B0306030101010103" pitchFamily="34" charset="77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i="0" kern="1200" dirty="0">
              <a:latin typeface="Abadi MT Condensed Light" panose="020B0306030101010103" pitchFamily="34" charset="77"/>
            </a:rPr>
            <a:t>Tree depths, number of estimators for ensemble models.</a:t>
          </a:r>
          <a:endParaRPr lang="en-GR" sz="2100" b="0" i="0" kern="1200" dirty="0">
            <a:latin typeface="Abadi MT Condensed Light" panose="020B0306030101010103" pitchFamily="34" charset="77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100" b="0" i="0" kern="1200" dirty="0">
              <a:latin typeface="Abadi MT Condensed Light" panose="020B0306030101010103" pitchFamily="34" charset="77"/>
            </a:rPr>
            <a:t>Learning rates and max depths for </a:t>
          </a:r>
          <a:r>
            <a:rPr lang="en-GB" sz="2100" b="0" i="0" kern="1200" dirty="0" err="1">
              <a:latin typeface="Abadi MT Condensed Light" panose="020B0306030101010103" pitchFamily="34" charset="77"/>
            </a:rPr>
            <a:t>XGBoost</a:t>
          </a:r>
          <a:r>
            <a:rPr lang="en-GB" sz="2100" b="0" i="0" kern="1200" dirty="0">
              <a:latin typeface="Abadi MT Condensed Light" panose="020B0306030101010103" pitchFamily="34" charset="77"/>
            </a:rPr>
            <a:t>.</a:t>
          </a:r>
          <a:endParaRPr lang="en-GR" sz="2100" b="0" i="0" kern="1200" dirty="0">
            <a:latin typeface="Abadi MT Condensed Light" panose="020B0306030101010103" pitchFamily="34" charset="77"/>
          </a:endParaRPr>
        </a:p>
      </dsp:txBody>
      <dsp:txXfrm>
        <a:off x="6280606" y="1776450"/>
        <a:ext cx="4410658" cy="177645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6ACC098-7039-894D-A827-C017A9C51CCE}">
      <dsp:nvSpPr>
        <dsp:cNvPr id="0" name=""/>
        <dsp:cNvSpPr/>
      </dsp:nvSpPr>
      <dsp:spPr>
        <a:xfrm rot="5400000">
          <a:off x="6880185" y="-2931834"/>
          <a:ext cx="779749" cy="684240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0" i="0" kern="1200" dirty="0">
              <a:latin typeface="Abadi MT Condensed Light" panose="020B0306030101010103" pitchFamily="34" charset="77"/>
            </a:rPr>
            <a:t>Models could not effectively predict household income using the provided features.</a:t>
          </a:r>
          <a:endParaRPr lang="en-GR" sz="2000" b="0" i="0" kern="1200" dirty="0">
            <a:latin typeface="Abadi MT Condensed Light" panose="020B0306030101010103" pitchFamily="34" charset="77"/>
          </a:endParaRPr>
        </a:p>
      </dsp:txBody>
      <dsp:txXfrm rot="-5400000">
        <a:off x="3848855" y="137560"/>
        <a:ext cx="6804345" cy="703621"/>
      </dsp:txXfrm>
    </dsp:sp>
    <dsp:sp modelId="{91DA1B54-4F1E-744F-878B-5AF3157B78BC}">
      <dsp:nvSpPr>
        <dsp:cNvPr id="0" name=""/>
        <dsp:cNvSpPr/>
      </dsp:nvSpPr>
      <dsp:spPr>
        <a:xfrm>
          <a:off x="0" y="2026"/>
          <a:ext cx="3848855" cy="97468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 dirty="0">
              <a:latin typeface="Abadi MT Condensed Light" panose="020B0306030101010103" pitchFamily="34" charset="77"/>
            </a:rPr>
            <a:t>Model Performance:</a:t>
          </a:r>
          <a:endParaRPr lang="en-GR" sz="2400" b="0" i="0" kern="1200" dirty="0">
            <a:latin typeface="Abadi MT Condensed Light" panose="020B0306030101010103" pitchFamily="34" charset="77"/>
          </a:endParaRPr>
        </a:p>
      </dsp:txBody>
      <dsp:txXfrm>
        <a:off x="47580" y="49606"/>
        <a:ext cx="3753695" cy="879527"/>
      </dsp:txXfrm>
    </dsp:sp>
    <dsp:sp modelId="{18E4A4C9-5A65-0049-B315-DEB2792D0764}">
      <dsp:nvSpPr>
        <dsp:cNvPr id="0" name=""/>
        <dsp:cNvSpPr/>
      </dsp:nvSpPr>
      <dsp:spPr>
        <a:xfrm rot="5400000">
          <a:off x="6880185" y="-1908413"/>
          <a:ext cx="779749" cy="684240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0" i="0" kern="1200">
              <a:latin typeface="Abadi MT Condensed Light" panose="020B0306030101010103" pitchFamily="34" charset="77"/>
            </a:rPr>
            <a:t>Low explanatory power due to the nature of the synthetic data.</a:t>
          </a:r>
          <a:endParaRPr lang="en-GR" sz="2000" b="0" i="0" kern="1200">
            <a:latin typeface="Abadi MT Condensed Light" panose="020B0306030101010103" pitchFamily="34" charset="77"/>
          </a:endParaRPr>
        </a:p>
      </dsp:txBody>
      <dsp:txXfrm rot="-5400000">
        <a:off x="3848855" y="1160981"/>
        <a:ext cx="6804345" cy="703621"/>
      </dsp:txXfrm>
    </dsp:sp>
    <dsp:sp modelId="{329B81B1-4548-C641-A1D7-D27ED73ABC7A}">
      <dsp:nvSpPr>
        <dsp:cNvPr id="0" name=""/>
        <dsp:cNvSpPr/>
      </dsp:nvSpPr>
      <dsp:spPr>
        <a:xfrm>
          <a:off x="0" y="1025448"/>
          <a:ext cx="3848855" cy="97468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>
              <a:latin typeface="Abadi MT Condensed Light" panose="020B0306030101010103" pitchFamily="34" charset="77"/>
            </a:rPr>
            <a:t>Data Insights:</a:t>
          </a:r>
          <a:endParaRPr lang="en-GR" sz="2400" b="0" i="0" kern="1200">
            <a:latin typeface="Abadi MT Condensed Light" panose="020B0306030101010103" pitchFamily="34" charset="77"/>
          </a:endParaRPr>
        </a:p>
      </dsp:txBody>
      <dsp:txXfrm>
        <a:off x="47580" y="1073028"/>
        <a:ext cx="3753695" cy="879527"/>
      </dsp:txXfrm>
    </dsp:sp>
    <dsp:sp modelId="{4A265C78-0B80-AB4F-896F-C175B57E4E56}">
      <dsp:nvSpPr>
        <dsp:cNvPr id="0" name=""/>
        <dsp:cNvSpPr/>
      </dsp:nvSpPr>
      <dsp:spPr>
        <a:xfrm rot="5400000">
          <a:off x="6880185" y="-884991"/>
          <a:ext cx="779749" cy="684240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0" i="0" kern="1200" dirty="0">
              <a:latin typeface="Abadi MT Condensed Light" panose="020B0306030101010103" pitchFamily="34" charset="77"/>
            </a:rPr>
            <a:t>SHAP and PDPs highlighted inconsistencies and potential data issues.</a:t>
          </a:r>
          <a:endParaRPr lang="en-GR" sz="2000" b="0" i="0" kern="1200" dirty="0">
            <a:latin typeface="Abadi MT Condensed Light" panose="020B0306030101010103" pitchFamily="34" charset="77"/>
          </a:endParaRPr>
        </a:p>
      </dsp:txBody>
      <dsp:txXfrm rot="-5400000">
        <a:off x="3848855" y="2184403"/>
        <a:ext cx="6804345" cy="703621"/>
      </dsp:txXfrm>
    </dsp:sp>
    <dsp:sp modelId="{F885C484-3D56-8A4D-A377-27733109E067}">
      <dsp:nvSpPr>
        <dsp:cNvPr id="0" name=""/>
        <dsp:cNvSpPr/>
      </dsp:nvSpPr>
      <dsp:spPr>
        <a:xfrm>
          <a:off x="0" y="2048869"/>
          <a:ext cx="3848855" cy="97468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>
              <a:latin typeface="Abadi MT Condensed Light" panose="020B0306030101010103" pitchFamily="34" charset="77"/>
            </a:rPr>
            <a:t>Interpretability Tools:</a:t>
          </a:r>
          <a:endParaRPr lang="en-GR" sz="2400" b="0" i="0" kern="1200">
            <a:latin typeface="Abadi MT Condensed Light" panose="020B0306030101010103" pitchFamily="34" charset="77"/>
          </a:endParaRPr>
        </a:p>
      </dsp:txBody>
      <dsp:txXfrm>
        <a:off x="47580" y="2096449"/>
        <a:ext cx="3753695" cy="879527"/>
      </dsp:txXfrm>
    </dsp:sp>
    <dsp:sp modelId="{6492178F-FD93-BD4C-A3D0-EDC94E4A975B}">
      <dsp:nvSpPr>
        <dsp:cNvPr id="0" name=""/>
        <dsp:cNvSpPr/>
      </dsp:nvSpPr>
      <dsp:spPr>
        <a:xfrm rot="5400000">
          <a:off x="6880185" y="138430"/>
          <a:ext cx="779749" cy="6842409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b="0" i="0" kern="1200" dirty="0">
              <a:latin typeface="Abadi MT Condensed Light" panose="020B0306030101010103" pitchFamily="34" charset="77"/>
            </a:rPr>
            <a:t>For this project, data quality played a larger role than model complexity</a:t>
          </a:r>
          <a:endParaRPr lang="en-GR" sz="2000" b="0" i="0" kern="1200" dirty="0">
            <a:latin typeface="Abadi MT Condensed Light" panose="020B0306030101010103" pitchFamily="34" charset="77"/>
          </a:endParaRPr>
        </a:p>
      </dsp:txBody>
      <dsp:txXfrm rot="-5400000">
        <a:off x="3848855" y="3207824"/>
        <a:ext cx="6804345" cy="703621"/>
      </dsp:txXfrm>
    </dsp:sp>
    <dsp:sp modelId="{232086CD-A9D1-204C-8D94-BD6183EAB673}">
      <dsp:nvSpPr>
        <dsp:cNvPr id="0" name=""/>
        <dsp:cNvSpPr/>
      </dsp:nvSpPr>
      <dsp:spPr>
        <a:xfrm>
          <a:off x="0" y="3072291"/>
          <a:ext cx="3848855" cy="97468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0" i="0" kern="1200">
              <a:latin typeface="Abadi MT Condensed Light" panose="020B0306030101010103" pitchFamily="34" charset="77"/>
            </a:rPr>
            <a:t>Overall Assessment:</a:t>
          </a:r>
          <a:endParaRPr lang="en-GR" sz="2400" b="0" i="0" kern="1200">
            <a:latin typeface="Abadi MT Condensed Light" panose="020B0306030101010103" pitchFamily="34" charset="77"/>
          </a:endParaRPr>
        </a:p>
      </dsp:txBody>
      <dsp:txXfrm>
        <a:off x="47580" y="3119871"/>
        <a:ext cx="3753695" cy="8795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target3">
  <dgm:title val=""/>
  <dgm:desc val=""/>
  <dgm:catLst>
    <dgm:cat type="relationship" pri="11000"/>
    <dgm:cat type="list" pri="22000"/>
    <dgm:cat type="convert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2"/>
        <dgm:pt modelId="21"/>
        <dgm:pt modelId="22"/>
        <dgm:pt modelId="3"/>
        <dgm:pt modelId="31"/>
        <dgm:pt modelId="32"/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clrData>
  <dgm:layoutNode name="Name0">
    <dgm:varLst>
      <dgm:chMax val="7"/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hoose name="Name3">
          <dgm:if name="Name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1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l" for="ch" forName="circle1"/>
              <dgm:constr type="ctrY" for="ch" forName="circle1" refType="h" fact="0.5"/>
              <dgm:constr type="l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l" for="ch" forName="rect1" refType="r" refFor="ch" refForName="space"/>
              <dgm:constr type="r" for="ch" forName="rect1" refType="w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l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l" for="ch" forName="rect2" refType="r" refFor="ch" refForName="space"/>
              <dgm:constr type="r" for="ch" forName="rect2" refType="w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l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l" for="ch" forName="rect3" refType="r" refFor="ch" refForName="space"/>
              <dgm:constr type="r" for="ch" forName="rect3" refType="w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l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l" for="ch" forName="rect4" refType="r" refFor="ch" refForName="space"/>
              <dgm:constr type="r" for="ch" forName="rect4" refType="w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l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l" for="ch" forName="rect5" refType="r" refFor="ch" refForName="space"/>
              <dgm:constr type="r" for="ch" forName="rect5" refType="w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l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l" for="ch" forName="rect6" refType="r" refFor="ch" refForName="space"/>
              <dgm:constr type="r" for="ch" forName="rect6" refType="w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l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l" for="ch" forName="rect7" refType="r" refFor="ch" refForName="space"/>
              <dgm:constr type="r" for="ch" forName="rect7" refType="w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l" for="ch" forName="rect7ParTx" refType="r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l" for="ch" forName="rect7ChTx" refType="r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l" for="ch" forName="rect7ParTxNoCh" refType="r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l" for="ch" forName="rect1ParTx" refType="r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l" for="ch" forName="rect1ChTx" refType="r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l" for="ch" forName="rect1ParTxNoCh" refType="r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l" for="ch" forName="rect2ParTx" refType="r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l" for="ch" forName="rect2ChTx" refType="r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l" for="ch" forName="rect2ParTxNoCh" refType="r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l" for="ch" forName="rect3ParTx" refType="r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l" for="ch" forName="rect3ChTx" refType="r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l" for="ch" forName="rect3ParTxNoCh" refType="r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l" for="ch" forName="rect4ParTx" refType="r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l" for="ch" forName="rect4ChTx" refType="r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l" for="ch" forName="rect4ParTxNoCh" refType="r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l" for="ch" forName="rect5ParTx" refType="r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l" for="ch" forName="rect5ChTx" refType="r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l" for="ch" forName="rect5ParTxNoCh" refType="r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l" for="ch" forName="rect6ParTx" refType="r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l" for="ch" forName="rect6ChTx" refType="r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l" for="ch" forName="rect6ParTxNoCh" refType="r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11">
            <dgm:constrLst/>
          </dgm:else>
        </dgm:choose>
      </dgm:if>
      <dgm:else name="Name12">
        <dgm:choose name="Name13">
          <dgm:if name="Name14" axis="ch" ptType="node" func="cnt" op="equ" val="1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b" refFor="ch" refForName="rect1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b" refFor="ch" refForName="rect1"/>
              <dgm:constr type="primFontSz" for="ch" op="equ" val="65"/>
              <dgm:constr type="secFontSz" for="ch" op="equ" val="65"/>
            </dgm:constrLst>
          </dgm:if>
          <dgm:if name="Name15" axis="ch" ptType="node" func="cnt" op="equ" val="2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5"/>
              <dgm:constr type="hOff" for="ch" forName="circle2" refType="h" refFor="ch" refForName="vertSpace2" fact="-0.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b" refFor="ch" refForName="rect2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b" refFor="ch" refForName="rect2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primFontSz" for="ch" op="equ" val="65"/>
              <dgm:constr type="secFontSz" for="ch" op="equ" val="65"/>
            </dgm:constrLst>
          </dgm:if>
          <dgm:if name="Name16" axis="ch" ptType="node" func="cnt" op="equ" val="3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66667"/>
              <dgm:constr type="hOff" for="ch" forName="circle2" refType="h" refFor="ch" refForName="vertSpace2" fact="-0.33333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33333"/>
              <dgm:constr type="hOff" for="ch" forName="circle3" refType="h" refFor="ch" refForName="vertSpace2" fact="-0.66667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b" refFor="ch" refForName="rect3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b" refFor="ch" refForName="rect3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primFontSz" for="ch" op="equ" val="65"/>
              <dgm:constr type="secFontSz" for="ch" op="equ" val="65"/>
            </dgm:constrLst>
          </dgm:if>
          <dgm:if name="Name17" axis="ch" ptType="node" func="cnt" op="equ" val="4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75"/>
              <dgm:constr type="hOff" for="ch" forName="circle2" refType="h" refFor="ch" refForName="vertSpace2" fact="-0.25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5"/>
              <dgm:constr type="hOff" for="ch" forName="circle3" refType="h" refFor="ch" refForName="vertSpace2" fact="-0.5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25"/>
              <dgm:constr type="hOff" for="ch" forName="circle4" refType="h" refFor="ch" refForName="vertSpace2" fact="-0.7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b" refFor="ch" refForName="rect4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b" refFor="ch" refForName="rect4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primFontSz" for="ch" op="equ" val="65"/>
              <dgm:constr type="secFontSz" for="ch" op="equ" val="65"/>
            </dgm:constrLst>
          </dgm:if>
          <dgm:if name="Name18" axis="ch" ptType="node" func="cnt" op="equ" val="5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"/>
              <dgm:constr type="hOff" for="ch" forName="circle2" refType="h" refFor="ch" refForName="vertSpace2" fact="-0.2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"/>
              <dgm:constr type="hOff" for="ch" forName="circle3" refType="h" refFor="ch" refForName="vertSpace2" fact="-0.4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4"/>
              <dgm:constr type="hOff" for="ch" forName="circle4" refType="h" refFor="ch" refForName="vertSpace2" fact="-0.6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2"/>
              <dgm:constr type="hOff" for="ch" forName="circle5" refType="h" refFor="ch" refForName="vertSpace2" fact="-0.8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b" refFor="ch" refForName="rect5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b" refFor="ch" refForName="rect5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primFontSz" for="ch" op="equ" val="65"/>
              <dgm:constr type="secFontSz" for="ch" op="equ" val="65"/>
            </dgm:constrLst>
          </dgm:if>
          <dgm:if name="Name19" axis="ch" ptType="node" func="cnt" op="equ" val="6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3333"/>
              <dgm:constr type="hOff" for="ch" forName="circle2" refType="h" refFor="ch" refForName="vertSpace2" fact="-0.16667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66667"/>
              <dgm:constr type="hOff" for="ch" forName="circle3" refType="h" refFor="ch" refForName="vertSpace2" fact="-0.33333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"/>
              <dgm:constr type="hOff" for="ch" forName="circle4" refType="h" refFor="ch" refForName="vertSpace2" fact="-0.5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33333"/>
              <dgm:constr type="hOff" for="ch" forName="circle5" refType="h" refFor="ch" refForName="vertSpace2" fact="-0.66667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16667"/>
              <dgm:constr type="hOff" for="ch" forName="circle6" refType="h" refFor="ch" refForName="vertSpace2" fact="-0.83333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b" refFor="ch" refForName="rect6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b" refFor="ch" refForName="rect6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primFontSz" for="ch" op="equ" val="65"/>
              <dgm:constr type="secFontSz" for="ch" op="equ" val="65"/>
            </dgm:constrLst>
          </dgm:if>
          <dgm:if name="Name20" axis="ch" ptType="node" func="cnt" op="gte" val="7">
            <dgm:constrLst>
              <dgm:constr type="userA" refType="w" fact="0.3"/>
              <dgm:constr type="w" for="ch" forName="circle1" refType="userA" fact="2"/>
              <dgm:constr type="h" for="ch" forName="circle1" refType="w" refFor="ch" refForName="circle1" op="equ"/>
              <dgm:constr type="r" for="ch" forName="circle1" refType="w"/>
              <dgm:constr type="ctrY" for="ch" forName="circle1" refType="h" fact="0.5"/>
              <dgm:constr type="r" for="ch" forName="space" refType="ctrX" refFor="ch" refForName="circle1"/>
              <dgm:constr type="w" for="ch" forName="space"/>
              <dgm:constr type="h" for="ch" forName="space" refType="h" refFor="ch" refForName="circle1"/>
              <dgm:constr type="b" for="ch" forName="space" refType="b" refFor="ch" refForName="circle1"/>
              <dgm:constr type="r" for="ch" forName="rect1" refType="l" refFor="ch" refForName="space"/>
              <dgm:constr type="l" for="ch" forName="rect1"/>
              <dgm:constr type="h" for="ch" forName="rect1" refType="h" refFor="ch" refForName="circle1"/>
              <dgm:constr type="b" for="ch" forName="rect1" refType="b" refFor="ch" refForName="circle1"/>
              <dgm:constr type="l" for="ch" forName="vertSpace2"/>
              <dgm:constr type="w" for="ch" forName="vertSpace2" refType="w"/>
              <dgm:constr type="h" for="ch" forName="vertSpace2" refType="h" refFor="ch" refForName="circle1" fact="0.05"/>
              <dgm:constr type="b" for="ch" forName="vertSpace2" refType="b" refFor="ch" refForName="circle1"/>
              <dgm:constr type="ctrX" for="ch" forName="circle2" refType="r" refFor="ch" refForName="space"/>
              <dgm:constr type="h" for="ch" forName="circle2" refType="h" refFor="ch" refForName="circle1" fact="0.85714"/>
              <dgm:constr type="hOff" for="ch" forName="circle2" refType="h" refFor="ch" refForName="vertSpace2" fact="-0.14286"/>
              <dgm:constr type="w" for="ch" forName="circle2" refType="h" refFor="ch" refForName="circle2" op="equ"/>
              <dgm:constr type="wOff" for="ch" forName="circle2" refType="hOff" refFor="ch" refForName="circle2" op="equ"/>
              <dgm:constr type="b" for="ch" forName="circle2" refType="t" refFor="ch" refForName="vertSpace2"/>
              <dgm:constr type="r" for="ch" forName="rect2" refType="l" refFor="ch" refForName="space"/>
              <dgm:constr type="l" for="ch" forName="rect2"/>
              <dgm:constr type="h" for="ch" forName="rect2" refType="h" refFor="ch" refForName="circle2"/>
              <dgm:constr type="hOff" for="ch" forName="rect2" refType="hOff" refFor="ch" refForName="circle2"/>
              <dgm:constr type="b" for="ch" forName="rect2" refType="b" refFor="ch" refForName="circle2"/>
              <dgm:constr type="l" for="ch" forName="vertSpace3"/>
              <dgm:constr type="w" for="ch" forName="vertSpace3" refType="w"/>
              <dgm:constr type="h" for="ch" forName="vertSpace3" refType="h" refFor="ch" refForName="vertSpace2"/>
              <dgm:constr type="b" for="ch" forName="vertSpace3" refType="t" refFor="ch" refForName="vertSpace2"/>
              <dgm:constr type="ctrX" for="ch" forName="circle3" refType="r" refFor="ch" refForName="space"/>
              <dgm:constr type="h" for="ch" forName="circle3" refType="h" refFor="ch" refForName="circle1" fact="0.71429"/>
              <dgm:constr type="hOff" for="ch" forName="circle3" refType="h" refFor="ch" refForName="vertSpace2" fact="-0.28571"/>
              <dgm:constr type="w" for="ch" forName="circle3" refType="h" refFor="ch" refForName="circle3" op="equ"/>
              <dgm:constr type="wOff" for="ch" forName="circle3" refType="hOff" refFor="ch" refForName="circle3" op="equ"/>
              <dgm:constr type="b" for="ch" forName="circle3" refType="t" refFor="ch" refForName="vertSpace3"/>
              <dgm:constr type="r" for="ch" forName="rect3" refType="l" refFor="ch" refForName="space"/>
              <dgm:constr type="l" for="ch" forName="rect3"/>
              <dgm:constr type="h" for="ch" forName="rect3" refType="h" refFor="ch" refForName="circle3"/>
              <dgm:constr type="hOff" for="ch" forName="rect3" refType="hOff" refFor="ch" refForName="circle3"/>
              <dgm:constr type="b" for="ch" forName="rect3" refType="b" refFor="ch" refForName="circle3"/>
              <dgm:constr type="l" for="ch" forName="vertSpace4"/>
              <dgm:constr type="w" for="ch" forName="vertSpace4" refType="w"/>
              <dgm:constr type="h" for="ch" forName="vertSpace4" refType="h" refFor="ch" refForName="vertSpace3"/>
              <dgm:constr type="b" for="ch" forName="vertSpace4" refType="t" refFor="ch" refForName="vertSpace3"/>
              <dgm:constr type="ctrX" for="ch" forName="circle4" refType="r" refFor="ch" refForName="space"/>
              <dgm:constr type="h" for="ch" forName="circle4" refType="h" refFor="ch" refForName="circle1" fact="0.57143"/>
              <dgm:constr type="hOff" for="ch" forName="circle4" refType="h" refFor="ch" refForName="vertSpace2" fact="-0.42857"/>
              <dgm:constr type="w" for="ch" forName="circle4" refType="h" refFor="ch" refForName="circle4" op="equ"/>
              <dgm:constr type="wOff" for="ch" forName="circle4" refType="hOff" refFor="ch" refForName="circle4" op="equ"/>
              <dgm:constr type="b" for="ch" forName="circle4" refType="t" refFor="ch" refForName="vertSpace4"/>
              <dgm:constr type="r" for="ch" forName="rect4" refType="l" refFor="ch" refForName="space"/>
              <dgm:constr type="l" for="ch" forName="rect4"/>
              <dgm:constr type="h" for="ch" forName="rect4" refType="h" refFor="ch" refForName="circle4"/>
              <dgm:constr type="hOff" for="ch" forName="rect4" refType="hOff" refFor="ch" refForName="circle4"/>
              <dgm:constr type="b" for="ch" forName="rect4" refType="b" refFor="ch" refForName="circle4"/>
              <dgm:constr type="l" for="ch" forName="vertSpace5"/>
              <dgm:constr type="w" for="ch" forName="vertSpace5" refType="w"/>
              <dgm:constr type="h" for="ch" forName="vertSpace5" refType="h" refFor="ch" refForName="vertSpace4"/>
              <dgm:constr type="b" for="ch" forName="vertSpace5" refType="t" refFor="ch" refForName="vertSpace4"/>
              <dgm:constr type="ctrX" for="ch" forName="circle5" refType="r" refFor="ch" refForName="space"/>
              <dgm:constr type="h" for="ch" forName="circle5" refType="h" refFor="ch" refForName="circle1" fact="0.42857"/>
              <dgm:constr type="hOff" for="ch" forName="circle5" refType="h" refFor="ch" refForName="vertSpace2" fact="-0.57143"/>
              <dgm:constr type="w" for="ch" forName="circle5" refType="h" refFor="ch" refForName="circle5" op="equ"/>
              <dgm:constr type="wOff" for="ch" forName="circle5" refType="hOff" refFor="ch" refForName="circle5" op="equ"/>
              <dgm:constr type="b" for="ch" forName="circle5" refType="t" refFor="ch" refForName="vertSpace5"/>
              <dgm:constr type="r" for="ch" forName="rect5" refType="l" refFor="ch" refForName="space"/>
              <dgm:constr type="l" for="ch" forName="rect5"/>
              <dgm:constr type="h" for="ch" forName="rect5" refType="h" refFor="ch" refForName="circle5"/>
              <dgm:constr type="hOff" for="ch" forName="rect5" refType="hOff" refFor="ch" refForName="circle5"/>
              <dgm:constr type="b" for="ch" forName="rect5" refType="b" refFor="ch" refForName="circle5"/>
              <dgm:constr type="l" for="ch" forName="vertSpace6"/>
              <dgm:constr type="w" for="ch" forName="vertSpace6" refType="w"/>
              <dgm:constr type="h" for="ch" forName="vertSpace6" refType="h" refFor="ch" refForName="vertSpace5"/>
              <dgm:constr type="b" for="ch" forName="vertSpace6" refType="t" refFor="ch" refForName="vertSpace5"/>
              <dgm:constr type="ctrX" for="ch" forName="circle6" refType="r" refFor="ch" refForName="space"/>
              <dgm:constr type="h" for="ch" forName="circle6" refType="h" refFor="ch" refForName="circle1" fact="0.28571"/>
              <dgm:constr type="hOff" for="ch" forName="circle6" refType="h" refFor="ch" refForName="vertSpace2" fact="-0.71429"/>
              <dgm:constr type="w" for="ch" forName="circle6" refType="h" refFor="ch" refForName="circle6" op="equ"/>
              <dgm:constr type="wOff" for="ch" forName="circle6" refType="hOff" refFor="ch" refForName="circle6" op="equ"/>
              <dgm:constr type="b" for="ch" forName="circle6" refType="t" refFor="ch" refForName="vertSpace6"/>
              <dgm:constr type="r" for="ch" forName="rect6" refType="l" refFor="ch" refForName="space"/>
              <dgm:constr type="l" for="ch" forName="rect6"/>
              <dgm:constr type="h" for="ch" forName="rect6" refType="h" refFor="ch" refForName="circle6"/>
              <dgm:constr type="hOff" for="ch" forName="rect6" refType="hOff" refFor="ch" refForName="circle6"/>
              <dgm:constr type="b" for="ch" forName="rect6" refType="b" refFor="ch" refForName="circle6"/>
              <dgm:constr type="l" for="ch" forName="vertSpace7"/>
              <dgm:constr type="w" for="ch" forName="vertSpace7" refType="w"/>
              <dgm:constr type="h" for="ch" forName="vertSpace7" refType="h" refFor="ch" refForName="vertSpace6"/>
              <dgm:constr type="b" for="ch" forName="vertSpace7" refType="t" refFor="ch" refForName="vertSpace6"/>
              <dgm:constr type="ctrX" for="ch" forName="circle7" refType="r" refFor="ch" refForName="space"/>
              <dgm:constr type="h" for="ch" forName="circle7" refType="h" refFor="ch" refForName="circle1" fact="0.14286"/>
              <dgm:constr type="hOff" for="ch" forName="circle7" refType="h" refFor="ch" refForName="vertSpace2" fact="-0.85714"/>
              <dgm:constr type="w" for="ch" forName="circle7" refType="h" refFor="ch" refForName="circle7" op="equ"/>
              <dgm:constr type="wOff" for="ch" forName="circle7" refType="hOff" refFor="ch" refForName="circle7" op="equ"/>
              <dgm:constr type="b" for="ch" forName="circle7" refType="t" refFor="ch" refForName="vertSpace7"/>
              <dgm:constr type="r" for="ch" forName="rect7" refType="l" refFor="ch" refForName="space"/>
              <dgm:constr type="l" for="ch" forName="rect7"/>
              <dgm:constr type="h" for="ch" forName="rect7" refType="h" refFor="ch" refForName="circle7"/>
              <dgm:constr type="hOff" for="ch" forName="rect7" refType="hOff" refFor="ch" refForName="circle7"/>
              <dgm:constr type="b" for="ch" forName="rect7" refType="b" refFor="ch" refForName="circle7"/>
              <dgm:constr type="r" for="ch" forName="rect7ParTx" refType="l" refFor="ch" refForName="space"/>
              <dgm:constr type="w" for="ch" forName="rect7ParTx" refType="w" refFor="ch" refForName="rect7" fact="0.5"/>
              <dgm:constr type="t" for="ch" forName="rect7ParTx" refType="t" refFor="ch" refForName="rect7"/>
              <dgm:constr type="b" for="ch" forName="rect7ParTx" refType="b" refFor="ch" refForName="rect7"/>
              <dgm:constr type="r" for="ch" forName="rect7ChTx" refType="l" refFor="ch" refForName="rect7ParTx"/>
              <dgm:constr type="w" for="ch" forName="rect7ChTx" refType="w" refFor="ch" refForName="rect7ParTx"/>
              <dgm:constr type="t" for="ch" forName="rect7ChTx" refType="t" refFor="ch" refForName="rect7ParTx"/>
              <dgm:constr type="b" for="ch" forName="rect7ChTx" refType="b" refFor="ch" refForName="rect7ParTx"/>
              <dgm:constr type="r" for="ch" forName="rect7ParTxNoCh" refType="l" refFor="ch" refForName="space"/>
              <dgm:constr type="w" for="ch" forName="rect7ParTxNoCh" refType="w" refFor="ch" refForName="rect7"/>
              <dgm:constr type="t" for="ch" forName="rect7ParTxNoCh" refType="t" refFor="ch" refForName="rect7"/>
              <dgm:constr type="b" for="ch" forName="rect7ParTxNoCh" refType="b" refFor="ch" refForName="rect7"/>
              <dgm:constr type="r" for="ch" forName="rect1ParTx" refType="l" refFor="ch" refForName="space"/>
              <dgm:constr type="w" for="ch" forName="rect1ParTx" refType="w" refFor="ch" refForName="rect1" fact="0.5"/>
              <dgm:constr type="t" for="ch" forName="rect1ParTx" refType="t" refFor="ch" refForName="rect1"/>
              <dgm:constr type="b" for="ch" forName="rect1ParTx" refType="t" refFor="ch" refForName="rect2"/>
              <dgm:constr type="r" for="ch" forName="rect1ChTx" refType="l" refFor="ch" refForName="rect1ParTx"/>
              <dgm:constr type="w" for="ch" forName="rect1ChTx" refType="w" refFor="ch" refForName="rect1ParTx"/>
              <dgm:constr type="t" for="ch" forName="rect1ChTx" refType="t" refFor="ch" refForName="rect1ParTx"/>
              <dgm:constr type="b" for="ch" forName="rect1ChTx" refType="b" refFor="ch" refForName="rect1ParTx"/>
              <dgm:constr type="r" for="ch" forName="rect1ParTxNoCh" refType="l" refFor="ch" refForName="space"/>
              <dgm:constr type="w" for="ch" forName="rect1ParTxNoCh" refType="w" refFor="ch" refForName="rect1"/>
              <dgm:constr type="t" for="ch" forName="rect1ParTxNoCh" refType="t" refFor="ch" refForName="rect1"/>
              <dgm:constr type="b" for="ch" forName="rect1ParTxNoCh" refType="t" refFor="ch" refForName="rect2"/>
              <dgm:constr type="r" for="ch" forName="rect2ParTx" refType="l" refFor="ch" refForName="space"/>
              <dgm:constr type="w" for="ch" forName="rect2ParTx" refType="w" refFor="ch" refForName="rect2" fact="0.5"/>
              <dgm:constr type="t" for="ch" forName="rect2ParTx" refType="t" refFor="ch" refForName="rect2"/>
              <dgm:constr type="b" for="ch" forName="rect2ParTx" refType="t" refFor="ch" refForName="rect3"/>
              <dgm:constr type="r" for="ch" forName="rect2ChTx" refType="l" refFor="ch" refForName="rect2ParTx"/>
              <dgm:constr type="w" for="ch" forName="rect2ChTx" refType="w" refFor="ch" refForName="rect2ParTx"/>
              <dgm:constr type="t" for="ch" forName="rect2ChTx" refType="t" refFor="ch" refForName="rect2ParTx"/>
              <dgm:constr type="b" for="ch" forName="rect2ChTx" refType="b" refFor="ch" refForName="rect2ParTx"/>
              <dgm:constr type="r" for="ch" forName="rect2ParTxNoCh" refType="l" refFor="ch" refForName="space"/>
              <dgm:constr type="w" for="ch" forName="rect2ParTxNoCh" refType="w" refFor="ch" refForName="rect2"/>
              <dgm:constr type="t" for="ch" forName="rect2ParTxNoCh" refType="t" refFor="ch" refForName="rect2"/>
              <dgm:constr type="b" for="ch" forName="rect2ParTxNoCh" refType="t" refFor="ch" refForName="rect3"/>
              <dgm:constr type="r" for="ch" forName="rect3ParTx" refType="l" refFor="ch" refForName="space"/>
              <dgm:constr type="w" for="ch" forName="rect3ParTx" refType="w" refFor="ch" refForName="rect3" fact="0.5"/>
              <dgm:constr type="t" for="ch" forName="rect3ParTx" refType="t" refFor="ch" refForName="rect3"/>
              <dgm:constr type="b" for="ch" forName="rect3ParTx" refType="t" refFor="ch" refForName="rect4"/>
              <dgm:constr type="r" for="ch" forName="rect3ChTx" refType="l" refFor="ch" refForName="rect3ParTx"/>
              <dgm:constr type="w" for="ch" forName="rect3ChTx" refType="w" refFor="ch" refForName="rect3ParTx"/>
              <dgm:constr type="t" for="ch" forName="rect3ChTx" refType="t" refFor="ch" refForName="rect3ParTx"/>
              <dgm:constr type="b" for="ch" forName="rect3ChTx" refType="b" refFor="ch" refForName="rect3ParTx"/>
              <dgm:constr type="r" for="ch" forName="rect3ParTxNoCh" refType="l" refFor="ch" refForName="space"/>
              <dgm:constr type="w" for="ch" forName="rect3ParTxNoCh" refType="w" refFor="ch" refForName="rect3"/>
              <dgm:constr type="t" for="ch" forName="rect3ParTxNoCh" refType="t" refFor="ch" refForName="rect3"/>
              <dgm:constr type="b" for="ch" forName="rect3ParTxNoCh" refType="t" refFor="ch" refForName="rect4"/>
              <dgm:constr type="r" for="ch" forName="rect4ParTx" refType="l" refFor="ch" refForName="space"/>
              <dgm:constr type="w" for="ch" forName="rect4ParTx" refType="w" refFor="ch" refForName="rect4" fact="0.5"/>
              <dgm:constr type="t" for="ch" forName="rect4ParTx" refType="t" refFor="ch" refForName="rect4"/>
              <dgm:constr type="b" for="ch" forName="rect4ParTx" refType="t" refFor="ch" refForName="rect5"/>
              <dgm:constr type="r" for="ch" forName="rect4ChTx" refType="l" refFor="ch" refForName="rect4ParTx"/>
              <dgm:constr type="w" for="ch" forName="rect4ChTx" refType="w" refFor="ch" refForName="rect4ParTx"/>
              <dgm:constr type="t" for="ch" forName="rect4ChTx" refType="t" refFor="ch" refForName="rect4ParTx"/>
              <dgm:constr type="b" for="ch" forName="rect4ChTx" refType="b" refFor="ch" refForName="rect4ParTx"/>
              <dgm:constr type="r" for="ch" forName="rect4ParTxNoCh" refType="l" refFor="ch" refForName="space"/>
              <dgm:constr type="w" for="ch" forName="rect4ParTxNoCh" refType="w" refFor="ch" refForName="rect4"/>
              <dgm:constr type="t" for="ch" forName="rect4ParTxNoCh" refType="t" refFor="ch" refForName="rect4"/>
              <dgm:constr type="b" for="ch" forName="rect4ParTxNoCh" refType="t" refFor="ch" refForName="rect5"/>
              <dgm:constr type="r" for="ch" forName="rect5ParTx" refType="l" refFor="ch" refForName="space"/>
              <dgm:constr type="w" for="ch" forName="rect5ParTx" refType="w" refFor="ch" refForName="rect5" fact="0.5"/>
              <dgm:constr type="t" for="ch" forName="rect5ParTx" refType="t" refFor="ch" refForName="rect5"/>
              <dgm:constr type="b" for="ch" forName="rect5ParTx" refType="t" refFor="ch" refForName="rect6"/>
              <dgm:constr type="r" for="ch" forName="rect5ChTx" refType="l" refFor="ch" refForName="rect5ParTx"/>
              <dgm:constr type="w" for="ch" forName="rect5ChTx" refType="w" refFor="ch" refForName="rect5ParTx"/>
              <dgm:constr type="t" for="ch" forName="rect5ChTx" refType="t" refFor="ch" refForName="rect5ParTx"/>
              <dgm:constr type="b" for="ch" forName="rect5ChTx" refType="b" refFor="ch" refForName="rect5ParTx"/>
              <dgm:constr type="r" for="ch" forName="rect5ParTxNoCh" refType="l" refFor="ch" refForName="space"/>
              <dgm:constr type="w" for="ch" forName="rect5ParTxNoCh" refType="w" refFor="ch" refForName="rect5"/>
              <dgm:constr type="t" for="ch" forName="rect5ParTxNoCh" refType="t" refFor="ch" refForName="rect5"/>
              <dgm:constr type="b" for="ch" forName="rect5ParTxNoCh" refType="t" refFor="ch" refForName="rect6"/>
              <dgm:constr type="r" for="ch" forName="rect6ParTx" refType="l" refFor="ch" refForName="space"/>
              <dgm:constr type="w" for="ch" forName="rect6ParTx" refType="w" refFor="ch" refForName="rect6" fact="0.5"/>
              <dgm:constr type="t" for="ch" forName="rect6ParTx" refType="t" refFor="ch" refForName="rect6"/>
              <dgm:constr type="b" for="ch" forName="rect6ParTx" refType="t" refFor="ch" refForName="rect7"/>
              <dgm:constr type="r" for="ch" forName="rect6ChTx" refType="l" refFor="ch" refForName="rect6ParTx"/>
              <dgm:constr type="w" for="ch" forName="rect6ChTx" refType="w" refFor="ch" refForName="rect6ParTx"/>
              <dgm:constr type="t" for="ch" forName="rect6ChTx" refType="t" refFor="ch" refForName="rect6ParTx"/>
              <dgm:constr type="b" for="ch" forName="rect6ChTx" refType="b" refFor="ch" refForName="rect6ParTx"/>
              <dgm:constr type="r" for="ch" forName="rect6ParTxNoCh" refType="l" refFor="ch" refForName="space"/>
              <dgm:constr type="w" for="ch" forName="rect6ParTxNoCh" refType="w" refFor="ch" refForName="rect6"/>
              <dgm:constr type="t" for="ch" forName="rect6ParTxNoCh" refType="t" refFor="ch" refForName="rect6"/>
              <dgm:constr type="b" for="ch" forName="rect6ParTxNoCh" refType="t" refFor="ch" refForName="rect7"/>
              <dgm:constr type="primFontSz" for="ch" op="equ" val="65"/>
              <dgm:constr type="secFontSz" for="ch" op="equ" val="65"/>
            </dgm:constrLst>
          </dgm:if>
          <dgm:else name="Name21">
            <dgm:constrLst/>
          </dgm:else>
        </dgm:choose>
      </dgm:else>
    </dgm:choose>
    <dgm:ruleLst/>
    <dgm:forEach name="Name22" axis="ch" ptType="node" cnt="1">
      <dgm:layoutNode name="circle1" styleLbl="node1">
        <dgm:alg type="sp"/>
        <dgm:choose name="Name23">
          <dgm:if name="Name2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rect1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26" axis="ch" ptType="node" st="2" cnt="1">
      <dgm:layoutNode name="vertSpace2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2" styleLbl="node1">
        <dgm:alg type="sp"/>
        <dgm:choose name="Name27">
          <dgm:if name="Name2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2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2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0" axis="ch" ptType="node" st="3" cnt="1">
      <dgm:layoutNode name="vertSpace3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3" styleLbl="node1">
        <dgm:alg type="sp"/>
        <dgm:choose name="Name31">
          <dgm:if name="Name32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3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3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4" axis="ch" ptType="node" st="4" cnt="1">
      <dgm:layoutNode name="vertSpace4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4" styleLbl="node1">
        <dgm:alg type="sp"/>
        <dgm:choose name="Name35">
          <dgm:if name="Name36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37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4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38" axis="ch" ptType="node" st="5" cnt="1">
      <dgm:layoutNode name="vertSpace5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5" styleLbl="node1">
        <dgm:alg type="sp"/>
        <dgm:choose name="Name39">
          <dgm:if name="Name40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1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5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2" axis="ch" ptType="node" st="6" cnt="1">
      <dgm:layoutNode name="vertSpace6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6" styleLbl="node1">
        <dgm:alg type="sp"/>
        <dgm:choose name="Name43">
          <dgm:if name="Name44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5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6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46" axis="ch" ptType="node" st="7" cnt="1">
      <dgm:layoutNode name="vertSpace7">
        <dgm:alg type="sp"/>
        <dgm:shape xmlns:r="http://schemas.openxmlformats.org/officeDocument/2006/relationships" type="rect" r:blip="" hideGeom="1">
          <dgm:adjLst/>
        </dgm:shape>
        <dgm:presOf/>
        <dgm:constrLst/>
        <dgm:ruleLst/>
      </dgm:layoutNode>
      <dgm:layoutNode name="circle7" styleLbl="node1">
        <dgm:alg type="sp"/>
        <dgm:choose name="Name47">
          <dgm:if name="Name48" func="var" arg="dir" op="equ" val="norm">
            <dgm:shape xmlns:r="http://schemas.openxmlformats.org/officeDocument/2006/relationships" type="pie" r:blip="">
              <dgm:adjLst>
                <dgm:adj idx="1" val="90"/>
                <dgm:adj idx="2" val="270"/>
              </dgm:adjLst>
            </dgm:shape>
          </dgm:if>
          <dgm:else name="Name49">
            <dgm:shape xmlns:r="http://schemas.openxmlformats.org/officeDocument/2006/relationships" type="pie" r:blip="">
              <dgm:adjLst>
                <dgm:adj idx="1" val="270"/>
                <dgm:adj idx="2" val="90"/>
              </dgm:adjLst>
            </dgm:shape>
          </dgm:else>
        </dgm:choose>
        <dgm:presOf/>
        <dgm:constrLst/>
        <dgm:ruleLst/>
      </dgm:layoutNode>
      <dgm:layoutNode name="rect7" styleLbl="alignAcc1">
        <dgm:alg type="sp"/>
        <dgm:shape xmlns:r="http://schemas.openxmlformats.org/officeDocument/2006/relationships" type="rect" r:blip="">
          <dgm:adjLst/>
        </dgm:shape>
        <dgm:presOf axis="self"/>
        <dgm:constrLst/>
        <dgm:ruleLst/>
      </dgm:layoutNode>
    </dgm:forEach>
    <dgm:forEach name="Name50" axis="ch" ptType="node" cnt="1">
      <dgm:choose name="Name51">
        <dgm:if name="Name52" axis="root des" ptType="all node" func="maxDepth" op="gte" val="2">
          <dgm:layoutNode name="rect1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1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3">
          <dgm:layoutNode name="rect1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4" axis="ch" ptType="node" st="2" cnt="1">
      <dgm:choose name="Name55">
        <dgm:if name="Name56" axis="root des" ptType="all node" func="maxDepth" op="gte" val="2">
          <dgm:layoutNode name="rect2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2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57">
          <dgm:layoutNode name="rect2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58" axis="ch" ptType="node" st="3" cnt="1">
      <dgm:choose name="Name59">
        <dgm:if name="Name60" axis="root des" ptType="all node" func="maxDepth" op="gte" val="2">
          <dgm:layoutNode name="rect3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3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1">
          <dgm:layoutNode name="rect3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2" axis="ch" ptType="node" st="4" cnt="1">
      <dgm:choose name="Name63">
        <dgm:if name="Name64" axis="root des" ptType="all node" func="maxDepth" op="gte" val="2">
          <dgm:layoutNode name="rect4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4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5">
          <dgm:layoutNode name="rect4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66" axis="ch" ptType="node" st="5" cnt="1">
      <dgm:choose name="Name67">
        <dgm:if name="Name68" axis="root des" ptType="all node" func="maxDepth" op="gte" val="2">
          <dgm:layoutNode name="rect5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5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69">
          <dgm:layoutNode name="rect5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0" axis="ch" ptType="node" st="6" cnt="1">
      <dgm:choose name="Name71">
        <dgm:if name="Name72" axis="root des" ptType="all node" func="maxDepth" op="gte" val="2">
          <dgm:layoutNode name="rect6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6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3">
          <dgm:layoutNode name="rect6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  <dgm:forEach name="Name74" axis="ch" ptType="node" st="7" cnt="1">
      <dgm:choose name="Name75">
        <dgm:if name="Name76" axis="root des" ptType="all node" func="maxDepth" op="gte" val="2">
          <dgm:layoutNode name="rect7ParTx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  <dgm:layoutNode name="rect7ChTx" styleLbl="alignAcc1">
            <dgm:varLst>
              <dgm:bulletEnabled val="1"/>
            </dgm:varLst>
            <dgm:alg type="tx">
              <dgm:param type="stBulletLvl" val="1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presOf axis="des" ptType="node"/>
            <dgm:constrLst>
              <dgm:constr type="lMarg" refType="secFontSz" fact="0.3"/>
              <dgm:constr type="rMarg" refType="secFontSz" fact="0.3"/>
              <dgm:constr type="tMarg" refType="secFontSz" fact="0.3"/>
              <dgm:constr type="bMarg" refType="secFontSz" fact="0.3"/>
            </dgm:constrLst>
            <dgm:ruleLst>
              <dgm:rule type="secFontSz" val="5" fact="NaN" max="NaN"/>
            </dgm:ruleLst>
          </dgm:layoutNode>
        </dgm:if>
        <dgm:else name="Name77">
          <dgm:layoutNode name="rect7ParTxNoCh" styleLbl="alignAcc1">
            <dgm:varLst>
              <dgm:chMax val="1"/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DC10A-FD64-D74E-9433-D0C4E0868D4B}" type="datetimeFigureOut">
              <a:rPr lang="en-GR" smtClean="0"/>
              <a:t>19/10/24</a:t>
            </a:fld>
            <a:endParaRPr lang="en-G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A2377B-DB6A-5E49-A3AB-36E6921E8BE4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5180460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EC0AE-1464-884F-94E6-A017EA1EB4A3}" type="datetime1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232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605681-EC27-9948-BF66-A4A116CE4593}" type="datetime1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264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60580C-97E3-174F-89D3-D3D0C7DBCD11}" type="datetime1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37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D86C9-3D03-0C41-A7C3-A200BBBD42FF}" type="datetime1">
              <a:rPr lang="en-US" smtClean="0"/>
              <a:t>10/19/24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579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3B500-6BAC-EA48-887D-383849CC8DE7}" type="datetime1">
              <a:rPr lang="en-US" smtClean="0"/>
              <a:t>10/19/24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07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34574-730C-B947-AE81-C030E91EA9D1}" type="datetime1">
              <a:rPr lang="en-US" smtClean="0"/>
              <a:t>10/19/24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64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6D17F-9FC0-854D-A715-D10D2AEF6D80}" type="datetime1">
              <a:rPr lang="en-US" smtClean="0"/>
              <a:t>10/19/24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341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B0E88B-2DBC-0041-85F7-3A99FE583AB5}" type="datetime1">
              <a:rPr lang="en-US" smtClean="0"/>
              <a:t>10/19/24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188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E9F4ED-E634-8A47-B643-F735B5C0900E}" type="datetime1">
              <a:rPr lang="en-US" smtClean="0"/>
              <a:t>10/19/24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8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E30511-EA66-3340-9E54-6BB81D1923ED}" type="datetime1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15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1920C-FE7C-FA4E-BF98-0BB61BE5B2AB}" type="datetime1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920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421A1FA0-1C21-F649-A512-35C921BDD4B3}" type="datetime1">
              <a:rPr lang="en-US" smtClean="0"/>
              <a:t>10/19/24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3549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  <p:sldLayoutId id="2147483778" r:id="rId2"/>
    <p:sldLayoutId id="2147483779" r:id="rId3"/>
    <p:sldLayoutId id="2147483780" r:id="rId4"/>
    <p:sldLayoutId id="2147483781" r:id="rId5"/>
    <p:sldLayoutId id="2147483787" r:id="rId6"/>
    <p:sldLayoutId id="2147483782" r:id="rId7"/>
    <p:sldLayoutId id="2147483783" r:id="rId8"/>
    <p:sldLayoutId id="2147483784" r:id="rId9"/>
    <p:sldLayoutId id="2147483786" r:id="rId10"/>
    <p:sldLayoutId id="2147483785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6A296B-ADC4-B828-E1CE-64089E27DC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944" r="25944"/>
          <a:stretch/>
        </p:blipFill>
        <p:spPr>
          <a:xfrm>
            <a:off x="6326272" y="10"/>
            <a:ext cx="5865727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7EE83B-32A1-5A58-D228-D479577654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1"/>
            <a:ext cx="4937004" cy="4058682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4600" dirty="0">
                <a:effectLst/>
                <a:latin typeface="Abadi MT Condensed Light" panose="020B0306030101010103" pitchFamily="34" charset="77"/>
              </a:rPr>
              <a:t>Analysis of Household Income Using Regression Techniques on Synthetic Data</a:t>
            </a:r>
            <a:endParaRPr lang="en-GR" sz="4600" dirty="0">
              <a:latin typeface="Abadi MT Condensed Light" panose="020B0306030101010103" pitchFamily="34" charset="77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D47F6-B877-5A50-2D59-592E0C35E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5103862"/>
            <a:ext cx="4172757" cy="845487"/>
          </a:xfrm>
        </p:spPr>
        <p:txBody>
          <a:bodyPr anchor="b">
            <a:normAutofit/>
          </a:bodyPr>
          <a:lstStyle/>
          <a:p>
            <a:r>
              <a:rPr lang="en-GR" dirty="0">
                <a:latin typeface="Abadi MT Condensed Light" panose="020B0306030101010103" pitchFamily="34" charset="77"/>
              </a:rPr>
              <a:t>Kyriakos Papadopoulos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2389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238C4F6-9EFA-F2B9-4061-980961975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GR" dirty="0"/>
              <a:t>Agenda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CB8044D-4B84-0A39-DFD1-4006814FDB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6900028"/>
              </p:ext>
            </p:extLst>
          </p:nvPr>
        </p:nvGraphicFramePr>
        <p:xfrm>
          <a:off x="704088" y="1862588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CDCDA-D5E8-5AF2-F290-0D6211C0F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868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BB96FAB-CCBF-4D1E-9D0D-B038ACC2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5A82868-9EF7-E1A7-B356-D655775D4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914400"/>
            <a:ext cx="10798176" cy="1051914"/>
          </a:xfrm>
        </p:spPr>
        <p:txBody>
          <a:bodyPr>
            <a:normAutofit/>
          </a:bodyPr>
          <a:lstStyle/>
          <a:p>
            <a:r>
              <a:rPr lang="en-GR" dirty="0"/>
              <a:t>Project objectives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7E96B4B2-4A37-94C0-9FFB-08F2BA572A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8737020"/>
              </p:ext>
            </p:extLst>
          </p:nvPr>
        </p:nvGraphicFramePr>
        <p:xfrm>
          <a:off x="781050" y="1966314"/>
          <a:ext cx="10629900" cy="38576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5198BB-D39D-A4E9-8D9B-5C8A3ACF5F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374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85184E4-C93A-4E34-8365-1886AAC5DE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AB0D40B-37F7-4F1F-B956-AFC12066A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868972" y="723901"/>
            <a:ext cx="15948" cy="5450072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C6F66911-4D4A-5DBB-A519-A0A036171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723900"/>
            <a:ext cx="3623818" cy="5450072"/>
          </a:xfrm>
        </p:spPr>
        <p:txBody>
          <a:bodyPr>
            <a:normAutofit/>
          </a:bodyPr>
          <a:lstStyle/>
          <a:p>
            <a:r>
              <a:rPr lang="en-GB" dirty="0">
                <a:effectLst/>
              </a:rPr>
              <a:t>Data Overview</a:t>
            </a:r>
            <a:endParaRPr lang="en-GR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23DF9ABB-9101-D7D5-BB04-90B546D102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519147"/>
              </p:ext>
            </p:extLst>
          </p:nvPr>
        </p:nvGraphicFramePr>
        <p:xfrm>
          <a:off x="5536453" y="535370"/>
          <a:ext cx="6004014" cy="57872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BA7AFE-C195-E046-E261-ACC0BD19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39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D5371FC-1C90-C73D-FAEE-278FEA46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dirty="0"/>
              <a:t>Exploratory data analysis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D6DBB3-9CC3-2201-9018-CCCABAAC5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2185" y="1390650"/>
            <a:ext cx="3019423" cy="4076700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2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7A0324-BF9E-DC1C-C369-D2E0E8D99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37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CA8FE5-84C8-4940-324E-63DBB6D6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5122649" cy="725214"/>
          </a:xfrm>
        </p:spPr>
        <p:txBody>
          <a:bodyPr/>
          <a:lstStyle/>
          <a:p>
            <a:r>
              <a:rPr lang="en-GR" dirty="0"/>
              <a:t>Numerical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E88F0F-5ED8-B660-879F-DD873AC42F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5" y="2067523"/>
            <a:ext cx="4659640" cy="296649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R" b="1" dirty="0">
              <a:latin typeface="Abadi MT Condensed Extra Bold" panose="020B0306030101010103" pitchFamily="34" charset="77"/>
            </a:endParaRPr>
          </a:p>
          <a:p>
            <a:r>
              <a:rPr lang="en-GR" dirty="0">
                <a:latin typeface="Abadi MT Condensed Light" panose="020B0306030101010103" pitchFamily="34" charset="77"/>
              </a:rPr>
              <a:t>Income is </a:t>
            </a:r>
            <a:r>
              <a:rPr lang="en-GB" dirty="0">
                <a:solidFill>
                  <a:srgbClr val="0E0E0E"/>
                </a:solidFill>
                <a:latin typeface="Abadi MT Condensed Light" panose="020B0306030101010103" pitchFamily="34" charset="77"/>
              </a:rPr>
              <a:t>highly</a:t>
            </a:r>
            <a:r>
              <a:rPr lang="en-GB" dirty="0">
                <a:solidFill>
                  <a:srgbClr val="0E0E0E"/>
                </a:solidFill>
                <a:effectLst/>
                <a:latin typeface="Abadi MT Condensed Light" panose="020B0306030101010103" pitchFamily="34" charset="77"/>
              </a:rPr>
              <a:t> skewed with significant variance</a:t>
            </a:r>
          </a:p>
          <a:p>
            <a:pPr lvl="1"/>
            <a:r>
              <a:rPr lang="en-GB" u="sng" dirty="0">
                <a:solidFill>
                  <a:srgbClr val="0E0E0E"/>
                </a:solidFill>
                <a:effectLst/>
                <a:latin typeface="Abadi MT Condensed Light" panose="020B0306030101010103" pitchFamily="34" charset="77"/>
              </a:rPr>
              <a:t>Solution</a:t>
            </a:r>
            <a:r>
              <a:rPr lang="en-GB" dirty="0">
                <a:solidFill>
                  <a:srgbClr val="0E0E0E"/>
                </a:solidFill>
                <a:effectLst/>
                <a:latin typeface="Abadi MT Condensed Light" panose="020B0306030101010103" pitchFamily="34" charset="77"/>
              </a:rPr>
              <a:t>: Applied logarithmic transformation to normalize.</a:t>
            </a:r>
          </a:p>
          <a:p>
            <a:pPr marL="457200" lvl="1" indent="0">
              <a:buNone/>
            </a:pPr>
            <a:endParaRPr lang="en-GR" dirty="0">
              <a:solidFill>
                <a:srgbClr val="0E0E0E"/>
              </a:solidFill>
              <a:effectLst/>
              <a:latin typeface="Abadi MT Condensed Light" panose="020B0306030101010103" pitchFamily="34" charset="77"/>
            </a:endParaRPr>
          </a:p>
          <a:p>
            <a:r>
              <a:rPr lang="en-GB" dirty="0">
                <a:solidFill>
                  <a:srgbClr val="0E0E0E"/>
                </a:solidFill>
                <a:effectLst/>
                <a:latin typeface="Abadi MT Condensed Light" panose="020B0306030101010103" pitchFamily="34" charset="77"/>
              </a:rPr>
              <a:t>Low correlations</a:t>
            </a:r>
            <a:r>
              <a:rPr lang="en-GR" dirty="0">
                <a:solidFill>
                  <a:srgbClr val="0E0E0E"/>
                </a:solidFill>
                <a:effectLst/>
                <a:latin typeface="Abadi MT Condensed Light" panose="020B0306030101010103" pitchFamily="34" charset="77"/>
              </a:rPr>
              <a:t> </a:t>
            </a:r>
            <a:r>
              <a:rPr lang="en-GR" dirty="0">
                <a:solidFill>
                  <a:srgbClr val="0E0E0E"/>
                </a:solidFill>
                <a:latin typeface="Abadi MT Condensed Light" panose="020B0306030101010103" pitchFamily="34" charset="77"/>
              </a:rPr>
              <a:t>and </a:t>
            </a:r>
            <a:r>
              <a:rPr lang="en-GB" dirty="0">
                <a:solidFill>
                  <a:srgbClr val="0E0E0E"/>
                </a:solidFill>
                <a:latin typeface="Abadi MT Condensed Light" panose="020B0306030101010103" pitchFamily="34" charset="77"/>
              </a:rPr>
              <a:t>m</a:t>
            </a:r>
            <a:r>
              <a:rPr lang="en-GB" dirty="0">
                <a:solidFill>
                  <a:srgbClr val="0E0E0E"/>
                </a:solidFill>
                <a:effectLst/>
                <a:latin typeface="Abadi MT Condensed Light" panose="020B0306030101010103" pitchFamily="34" charset="77"/>
              </a:rPr>
              <a:t>inimal linear relationships with the target variable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051363C-42E7-CB99-CBD9-880644DE1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2620" y="4597164"/>
            <a:ext cx="5477548" cy="1346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5A38E7D-DBAF-159C-FB83-FC13FF2676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5460" y="914400"/>
            <a:ext cx="4826128" cy="3405352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B35F41-6CBA-8375-0FBC-AB27E902C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7163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C2C6-C3D1-EBA7-3015-EAB6AEC1C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F71263-ADA0-0A55-C0A4-3381DE3DD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5700165" cy="725214"/>
          </a:xfrm>
        </p:spPr>
        <p:txBody>
          <a:bodyPr>
            <a:normAutofit/>
          </a:bodyPr>
          <a:lstStyle/>
          <a:p>
            <a:r>
              <a:rPr lang="en-GR" dirty="0"/>
              <a:t>Categorical fEATURES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99A6DA3-C3F3-A16A-5DA2-860CCB23C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634" y="1867301"/>
            <a:ext cx="4506633" cy="362606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GR" b="1" dirty="0">
              <a:latin typeface="Abadi MT Condensed Extra Bold" panose="020B0306030101010103" pitchFamily="34" charset="77"/>
            </a:endParaRPr>
          </a:p>
          <a:p>
            <a:r>
              <a:rPr lang="en-GB" sz="1900" b="1" u="sng" dirty="0">
                <a:latin typeface="Abadi MT Condensed Light" panose="020B0306030101010103" pitchFamily="34" charset="77"/>
              </a:rPr>
              <a:t>Distribution</a:t>
            </a:r>
            <a:r>
              <a:rPr lang="en-GB" sz="1900" dirty="0">
                <a:latin typeface="Abadi MT Condensed Light" panose="020B0306030101010103" pitchFamily="34" charset="77"/>
              </a:rPr>
              <a:t>: The categorical features in the dataset have moderate cardinality, with the number of unique categories ranging from 2 to 5.</a:t>
            </a:r>
          </a:p>
          <a:p>
            <a:pPr marL="0" indent="0">
              <a:buNone/>
            </a:pPr>
            <a:endParaRPr lang="en-GB" sz="1900" dirty="0">
              <a:latin typeface="Abadi MT Condensed Light" panose="020B0306030101010103" pitchFamily="34" charset="77"/>
            </a:endParaRPr>
          </a:p>
          <a:p>
            <a:r>
              <a:rPr lang="en-GB" sz="1900" b="1" u="sng" dirty="0">
                <a:latin typeface="Abadi MT Condensed Light" panose="020B0306030101010103" pitchFamily="34" charset="77"/>
              </a:rPr>
              <a:t>Correlations</a:t>
            </a:r>
            <a:r>
              <a:rPr lang="en-GB" sz="1900" dirty="0">
                <a:latin typeface="Abadi MT Condensed Light" panose="020B0306030101010103" pitchFamily="34" charset="77"/>
              </a:rPr>
              <a:t>: Very low correlations between categorical features, indicating that they are mostly independent. </a:t>
            </a:r>
          </a:p>
          <a:p>
            <a:endParaRPr lang="en-GB" dirty="0">
              <a:solidFill>
                <a:srgbClr val="0E0E0E"/>
              </a:solidFill>
              <a:effectLst/>
              <a:latin typeface="Abadi MT Condensed Light" panose="020B03060301010101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D5E5BC8-F05D-4CE8-4E4D-819ABD28F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275" y="1639614"/>
            <a:ext cx="6158562" cy="362606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BD8FC6-59D8-A179-986A-26E9341D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00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0A8798-BAD6-9AD5-F2A2-A0CE53749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A01FEFA-EBDC-B619-1296-6BE8D086B9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EFDCFA6-0061-8C8A-0F29-334CDE27C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183648D-CBF3-617A-0743-ABFD4E5D10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2302FA6-DFCB-9296-D8DD-999AE79D6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2" y="960594"/>
            <a:ext cx="5828114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dirty="0"/>
              <a:t>Modeling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1AF441-706F-A0D4-5A6F-5CADE20982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2185" y="1390650"/>
            <a:ext cx="3019423" cy="4076700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2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08E191F-8AE6-FE48-F534-8D1AB2F640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E34C0-AE3D-0235-0469-7C9ED8B45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4637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5E5C172-D769-47AC-0ACA-7DD554DCC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903890"/>
          </a:xfrm>
        </p:spPr>
        <p:txBody>
          <a:bodyPr/>
          <a:lstStyle/>
          <a:p>
            <a:r>
              <a:rPr lang="en-GR" dirty="0"/>
              <a:t>Modeling Approach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F5FD0BC7-829E-289B-2C47-A751FF825E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7132020"/>
              </p:ext>
            </p:extLst>
          </p:nvPr>
        </p:nvGraphicFramePr>
        <p:xfrm>
          <a:off x="700635" y="1891862"/>
          <a:ext cx="10691265" cy="40700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6F032-76B0-D71F-11CC-42335E47D7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896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ABEC9-9DF7-1174-B66E-4C04A9A5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3FC73C-2A9C-0C2B-16BA-68A83D32E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903890"/>
          </a:xfrm>
        </p:spPr>
        <p:txBody>
          <a:bodyPr>
            <a:normAutofit fontScale="90000"/>
          </a:bodyPr>
          <a:lstStyle/>
          <a:p>
            <a:r>
              <a:rPr lang="en-GB" dirty="0"/>
              <a:t>Hyperparameter Tuning and Cross-Validation</a:t>
            </a:r>
            <a:br>
              <a:rPr lang="en-GB" dirty="0"/>
            </a:br>
            <a:endParaRPr lang="en-GR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FCD2EE5-4740-A54C-E658-153D7A1EDC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8027929"/>
              </p:ext>
            </p:extLst>
          </p:nvPr>
        </p:nvGraphicFramePr>
        <p:xfrm>
          <a:off x="627061" y="2056559"/>
          <a:ext cx="10691265" cy="37398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908CE-3F49-A764-C4AC-609ACF82B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394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C73B67-7E96-E785-6C7B-54CEE9A69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0C75BB6-AA09-ED3E-1F99-EDA4AC68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4CA9F21-7392-5A55-77C2-F22B808594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42D1B99F-088E-5A5B-6809-39AB168407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D55D0E2-FFC9-BB94-03A7-4D26518C0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30" y="960594"/>
            <a:ext cx="6502087" cy="493681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dirty="0"/>
              <a:t>Results &amp; Findings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0021A40-434E-68A7-F97E-C3C2B5BACA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02185" y="1390650"/>
            <a:ext cx="3019423" cy="4076700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2200" dirty="0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201331-8442-675B-79D6-20D9D8AFE9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315200" y="1733549"/>
            <a:ext cx="0" cy="3390901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B8945-F8C4-11A8-EA47-EA47A2E3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807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0A4271-E03D-9708-1974-A57F2D8FF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77766"/>
          </a:xfrm>
        </p:spPr>
        <p:txBody>
          <a:bodyPr/>
          <a:lstStyle/>
          <a:p>
            <a:r>
              <a:rPr lang="en-GR" dirty="0"/>
              <a:t>Model Results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40090DA-6F7A-FECF-CBA9-34A1D119B9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9772428"/>
              </p:ext>
            </p:extLst>
          </p:nvPr>
        </p:nvGraphicFramePr>
        <p:xfrm>
          <a:off x="6115707" y="2165131"/>
          <a:ext cx="5276193" cy="314723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10685">
                  <a:extLst>
                    <a:ext uri="{9D8B030D-6E8A-4147-A177-3AD203B41FA5}">
                      <a16:colId xmlns:a16="http://schemas.microsoft.com/office/drawing/2014/main" val="1530625849"/>
                    </a:ext>
                  </a:extLst>
                </a:gridCol>
                <a:gridCol w="1132258">
                  <a:extLst>
                    <a:ext uri="{9D8B030D-6E8A-4147-A177-3AD203B41FA5}">
                      <a16:colId xmlns:a16="http://schemas.microsoft.com/office/drawing/2014/main" val="2411817359"/>
                    </a:ext>
                  </a:extLst>
                </a:gridCol>
                <a:gridCol w="1172488">
                  <a:extLst>
                    <a:ext uri="{9D8B030D-6E8A-4147-A177-3AD203B41FA5}">
                      <a16:colId xmlns:a16="http://schemas.microsoft.com/office/drawing/2014/main" val="3418407809"/>
                    </a:ext>
                  </a:extLst>
                </a:gridCol>
                <a:gridCol w="1160762">
                  <a:extLst>
                    <a:ext uri="{9D8B030D-6E8A-4147-A177-3AD203B41FA5}">
                      <a16:colId xmlns:a16="http://schemas.microsoft.com/office/drawing/2014/main" val="3408929869"/>
                    </a:ext>
                  </a:extLst>
                </a:gridCol>
              </a:tblGrid>
              <a:tr h="449605">
                <a:tc>
                  <a:txBody>
                    <a:bodyPr/>
                    <a:lstStyle/>
                    <a:p>
                      <a:pPr algn="ctr"/>
                      <a:r>
                        <a:rPr lang="en-GB" b="1" i="0" dirty="0">
                          <a:latin typeface="Abadi MT Condensed Extra Bold" panose="020B0306030101010103" pitchFamily="34" charset="77"/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i="0" dirty="0">
                          <a:latin typeface="Abadi MT Condensed Extra Bold" panose="020B0306030101010103" pitchFamily="34" charset="77"/>
                        </a:rPr>
                        <a:t>Best  R</a:t>
                      </a:r>
                      <a:r>
                        <a:rPr lang="en-GB" b="1" i="0" baseline="30000" dirty="0">
                          <a:latin typeface="Abadi MT Condensed Extra Bold" panose="020B0306030101010103" pitchFamily="34" charset="77"/>
                        </a:rPr>
                        <a:t>2</a:t>
                      </a:r>
                      <a:r>
                        <a:rPr lang="en-GB" b="1" i="0" dirty="0">
                          <a:latin typeface="Abadi MT Condensed Extra Bold" panose="020B0306030101010103" pitchFamily="34" charset="77"/>
                        </a:rPr>
                        <a:t>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b="1" i="0" dirty="0">
                          <a:latin typeface="Abadi MT Condensed Extra Bold" panose="020B0306030101010103" pitchFamily="34" charset="77"/>
                        </a:rPr>
                        <a:t>Best 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i="0" kern="1200" dirty="0">
                          <a:solidFill>
                            <a:schemeClr val="lt1"/>
                          </a:solidFill>
                          <a:effectLst/>
                          <a:latin typeface="Abadi MT Condensed Extra Bold" panose="020B0306030101010103" pitchFamily="34" charset="77"/>
                          <a:ea typeface="+mn-ea"/>
                          <a:cs typeface="+mn-cs"/>
                        </a:rPr>
                        <a:t>Best MAE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9137425"/>
                  </a:ext>
                </a:extLst>
              </a:tr>
              <a:tr h="449605">
                <a:tc>
                  <a:txBody>
                    <a:bodyPr/>
                    <a:lstStyle/>
                    <a:p>
                      <a:r>
                        <a:rPr lang="en-GB" b="0" i="0" dirty="0">
                          <a:latin typeface="Abadi MT Condensed Light" panose="020B0306030101010103" pitchFamily="34" charset="77"/>
                        </a:rPr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1.20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25418290"/>
                  </a:ext>
                </a:extLst>
              </a:tr>
              <a:tr h="449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Lasso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1.21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974954"/>
                  </a:ext>
                </a:extLst>
              </a:tr>
              <a:tr h="449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Ridge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2.25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1.21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643659"/>
                  </a:ext>
                </a:extLst>
              </a:tr>
              <a:tr h="449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0.05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2.20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1.17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3417125"/>
                  </a:ext>
                </a:extLst>
              </a:tr>
              <a:tr h="449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0.08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2.13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1.12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6509174"/>
                  </a:ext>
                </a:extLst>
              </a:tr>
              <a:tr h="4496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0" i="0" kern="1200" dirty="0" err="1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XGBoost</a:t>
                      </a:r>
                      <a:endParaRPr lang="en-GB" sz="1800" b="0" i="0" kern="1200" dirty="0">
                        <a:solidFill>
                          <a:schemeClr val="dk1"/>
                        </a:solidFill>
                        <a:effectLst/>
                        <a:latin typeface="Abadi MT Condensed Light" panose="020B0306030101010103" pitchFamily="34" charset="77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0.09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2.11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R" sz="1800" b="0" i="0" kern="1200" dirty="0">
                          <a:solidFill>
                            <a:schemeClr val="dk1"/>
                          </a:solidFill>
                          <a:effectLst/>
                          <a:latin typeface="Abadi MT Condensed Light" panose="020B0306030101010103" pitchFamily="34" charset="77"/>
                          <a:ea typeface="+mn-ea"/>
                          <a:cs typeface="+mn-cs"/>
                        </a:rPr>
                        <a:t>1.14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5035346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68D0B3C-2F8B-C33F-943D-70B9321FAADE}"/>
              </a:ext>
            </a:extLst>
          </p:cNvPr>
          <p:cNvSpPr txBox="1"/>
          <p:nvPr/>
        </p:nvSpPr>
        <p:spPr>
          <a:xfrm>
            <a:off x="800100" y="2680026"/>
            <a:ext cx="498059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All models have low 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 R</a:t>
            </a:r>
            <a:r>
              <a:rPr lang="en-GB" baseline="30000" dirty="0">
                <a:solidFill>
                  <a:srgbClr val="000000"/>
                </a:solidFill>
                <a:effectLst/>
                <a:latin typeface="Helvetica" pitchFamily="2" charset="0"/>
              </a:rPr>
              <a:t>2</a:t>
            </a:r>
            <a:r>
              <a:rPr lang="en-GB" dirty="0">
                <a:solidFill>
                  <a:srgbClr val="000000"/>
                </a:solidFill>
                <a:effectLst/>
                <a:latin typeface="Helvetica" pitchFamily="2" charset="0"/>
              </a:rPr>
              <a:t> </a:t>
            </a: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 scores (&lt; 0.1), indicating poor predictive power.</a:t>
            </a:r>
          </a:p>
          <a:p>
            <a:endParaRPr lang="en-GB" dirty="0">
              <a:solidFill>
                <a:srgbClr val="0E0E0E"/>
              </a:solidFill>
              <a:effectLst/>
              <a:latin typeface=".SF 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Minimal improvement from linear models to advanced ensemble methods.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rgbClr val="0E0E0E"/>
              </a:solidFill>
              <a:latin typeface=".SF N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Models explain less than 10% of the variance in the target variable.*</a:t>
            </a:r>
          </a:p>
          <a:p>
            <a:endParaRPr lang="en-GR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81B52C-0A8A-265F-11DD-2A85AB635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3A512D-C16C-ED8C-4175-7946A874B428}"/>
              </a:ext>
            </a:extLst>
          </p:cNvPr>
          <p:cNvSpPr txBox="1"/>
          <p:nvPr/>
        </p:nvSpPr>
        <p:spPr>
          <a:xfrm>
            <a:off x="6115707" y="5465026"/>
            <a:ext cx="52761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>
                <a:latin typeface="Abadi MT Condensed Light" panose="020B0306030101010103" pitchFamily="34" charset="77"/>
              </a:rPr>
              <a:t>* the low predictive power is expected due to the use of synthetic data and the limited time for in-depth exploration</a:t>
            </a:r>
          </a:p>
          <a:p>
            <a:endParaRPr lang="en-GR" dirty="0"/>
          </a:p>
        </p:txBody>
      </p:sp>
    </p:spTree>
    <p:extLst>
      <p:ext uri="{BB962C8B-B14F-4D97-AF65-F5344CB8AC3E}">
        <p14:creationId xmlns:p14="http://schemas.microsoft.com/office/powerpoint/2010/main" val="3489132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2AEBF-7761-EB8D-CF72-91E3544A93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75C0588-6771-0B81-DD2A-E82305F9A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77766"/>
          </a:xfrm>
        </p:spPr>
        <p:txBody>
          <a:bodyPr>
            <a:normAutofit fontScale="90000"/>
          </a:bodyPr>
          <a:lstStyle/>
          <a:p>
            <a:r>
              <a:rPr lang="en-GB" dirty="0"/>
              <a:t>Model Interpretability – Shap Analysis</a:t>
            </a:r>
            <a:br>
              <a:rPr lang="en-GB" dirty="0"/>
            </a:br>
            <a:endParaRPr lang="en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D800B2-4D20-D3FB-1533-1367355698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9807" y="2043490"/>
            <a:ext cx="5412827" cy="3996454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900"/>
              </a:spcBef>
              <a:buNone/>
            </a:pP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 </a:t>
            </a:r>
            <a:r>
              <a:rPr lang="en-GB" b="1" dirty="0">
                <a:solidFill>
                  <a:srgbClr val="0E0E0E"/>
                </a:solidFill>
                <a:effectLst/>
                <a:latin typeface=".SF NS"/>
              </a:rPr>
              <a:t>Counterintuitive Findings:</a:t>
            </a:r>
            <a:endParaRPr lang="en-GB" b="1" dirty="0">
              <a:solidFill>
                <a:srgbClr val="0E0E0E"/>
              </a:solidFill>
              <a:latin typeface=".SF NS"/>
            </a:endParaRPr>
          </a:p>
          <a:p>
            <a:pPr>
              <a:spcBef>
                <a:spcPts val="900"/>
              </a:spcBef>
            </a:pP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Renting associated with higher predicted income.</a:t>
            </a:r>
          </a:p>
          <a:p>
            <a:pPr>
              <a:spcBef>
                <a:spcPts val="900"/>
              </a:spcBef>
            </a:pP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Part-time employment positively impacting income.</a:t>
            </a:r>
          </a:p>
          <a:p>
            <a:pPr marL="0" indent="0">
              <a:spcBef>
                <a:spcPts val="900"/>
              </a:spcBef>
              <a:buNone/>
            </a:pPr>
            <a:endParaRPr lang="en-GB" b="1" dirty="0">
              <a:solidFill>
                <a:srgbClr val="0E0E0E"/>
              </a:solidFill>
              <a:latin typeface=".SF NS"/>
            </a:endParaRPr>
          </a:p>
          <a:p>
            <a:pPr marL="0" indent="0">
              <a:spcBef>
                <a:spcPts val="900"/>
              </a:spcBef>
              <a:buNone/>
            </a:pPr>
            <a:r>
              <a:rPr lang="en-GB" b="1" dirty="0">
                <a:solidFill>
                  <a:srgbClr val="0E0E0E"/>
                </a:solidFill>
                <a:effectLst/>
                <a:latin typeface=".SF NS"/>
              </a:rPr>
              <a:t>Interpretation:</a:t>
            </a:r>
            <a:endParaRPr lang="en-GB" dirty="0">
              <a:solidFill>
                <a:srgbClr val="0E0E0E"/>
              </a:solidFill>
              <a:effectLst/>
              <a:latin typeface=".SF NS"/>
            </a:endParaRPr>
          </a:p>
          <a:p>
            <a:pPr>
              <a:spcBef>
                <a:spcPts val="900"/>
              </a:spcBef>
            </a:pPr>
            <a:r>
              <a:rPr lang="en-GB" dirty="0">
                <a:solidFill>
                  <a:srgbClr val="0E0E0E"/>
                </a:solidFill>
                <a:latin typeface=".SF NS"/>
              </a:rPr>
              <a:t>P</a:t>
            </a: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otential issues with data quality or feature-target relationships.</a:t>
            </a:r>
          </a:p>
          <a:p>
            <a:pPr>
              <a:spcBef>
                <a:spcPts val="900"/>
              </a:spcBef>
            </a:pPr>
            <a:r>
              <a:rPr lang="en-GB" dirty="0">
                <a:solidFill>
                  <a:srgbClr val="0E0E0E"/>
                </a:solidFill>
                <a:effectLst/>
                <a:latin typeface=".SF NS"/>
              </a:rPr>
              <a:t>These could also be artifacts of the synthetic data</a:t>
            </a:r>
          </a:p>
          <a:p>
            <a:pPr marL="0" indent="0">
              <a:buNone/>
            </a:pPr>
            <a:endParaRPr lang="en-G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5D883-791A-B059-8BAF-F05A7C803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3820" y="1965434"/>
            <a:ext cx="4449794" cy="407451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09C2C03-9A34-F600-7B9F-B8D3230E9552}"/>
              </a:ext>
            </a:extLst>
          </p:cNvPr>
          <p:cNvCxnSpPr>
            <a:cxnSpLocks/>
          </p:cNvCxnSpPr>
          <p:nvPr/>
        </p:nvCxnSpPr>
        <p:spPr>
          <a:xfrm>
            <a:off x="6369269" y="2070539"/>
            <a:ext cx="0" cy="36000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BA80A9-BD78-ACB6-0630-683027DD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2745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F5A6A-A011-A44F-82A2-50B03583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725214"/>
          </a:xfrm>
        </p:spPr>
        <p:txBody>
          <a:bodyPr>
            <a:normAutofit fontScale="90000"/>
          </a:bodyPr>
          <a:lstStyle/>
          <a:p>
            <a:r>
              <a:rPr lang="en-GB" dirty="0"/>
              <a:t>Challenges and Limitations</a:t>
            </a:r>
            <a:br>
              <a:rPr lang="en-GB" dirty="0"/>
            </a:br>
            <a:endParaRPr lang="en-GR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E701CE3-2E27-335B-9F09-CF2C0341165C}"/>
              </a:ext>
            </a:extLst>
          </p:cNvPr>
          <p:cNvGrpSpPr/>
          <p:nvPr/>
        </p:nvGrpSpPr>
        <p:grpSpPr>
          <a:xfrm>
            <a:off x="750000" y="2040651"/>
            <a:ext cx="10692000" cy="1564470"/>
            <a:chOff x="750000" y="1883916"/>
            <a:chExt cx="10692000" cy="156447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ADA80782-483B-B836-CF27-AAE37E93DE50}"/>
                </a:ext>
              </a:extLst>
            </p:cNvPr>
            <p:cNvGrpSpPr/>
            <p:nvPr/>
          </p:nvGrpSpPr>
          <p:grpSpPr>
            <a:xfrm>
              <a:off x="750000" y="1883916"/>
              <a:ext cx="10692000" cy="788978"/>
              <a:chOff x="0" y="2916"/>
              <a:chExt cx="10692000" cy="788978"/>
            </a:xfrm>
          </p:grpSpPr>
          <p:sp>
            <p:nvSpPr>
              <p:cNvPr id="17" name="Rounded Rectangle 16">
                <a:extLst>
                  <a:ext uri="{FF2B5EF4-FFF2-40B4-BE49-F238E27FC236}">
                    <a16:creationId xmlns:a16="http://schemas.microsoft.com/office/drawing/2014/main" id="{54A29096-C890-48ED-9B53-655DE9D25C13}"/>
                  </a:ext>
                </a:extLst>
              </p:cNvPr>
              <p:cNvSpPr/>
              <p:nvPr/>
            </p:nvSpPr>
            <p:spPr>
              <a:xfrm>
                <a:off x="0" y="2916"/>
                <a:ext cx="10692000" cy="788978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R"/>
              </a:p>
            </p:txBody>
          </p:sp>
          <p:sp>
            <p:nvSpPr>
              <p:cNvPr id="18" name="Rounded Rectangle 4">
                <a:extLst>
                  <a:ext uri="{FF2B5EF4-FFF2-40B4-BE49-F238E27FC236}">
                    <a16:creationId xmlns:a16="http://schemas.microsoft.com/office/drawing/2014/main" id="{94EAB2AD-D3A5-750A-9E37-60B4DB172715}"/>
                  </a:ext>
                </a:extLst>
              </p:cNvPr>
              <p:cNvSpPr txBox="1"/>
              <p:nvPr/>
            </p:nvSpPr>
            <p:spPr>
              <a:xfrm>
                <a:off x="38515" y="41431"/>
                <a:ext cx="10614970" cy="71194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37160" tIns="137160" rIns="137160" bIns="137160" numCol="1" spcCol="1270" anchor="ctr" anchorCtr="0">
                <a:noAutofit/>
              </a:bodyPr>
              <a:lstStyle/>
              <a:p>
                <a:pPr marL="0" lvl="0" indent="0" algn="l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3600" b="0" i="0" kern="1200" dirty="0">
                    <a:latin typeface="Abadi MT Condensed Light" panose="020B0306030101010103" pitchFamily="34" charset="77"/>
                  </a:rPr>
                  <a:t>Synthetic Dataset Issues:</a:t>
                </a:r>
                <a:endParaRPr lang="en-GR" sz="3600" b="0" i="0" kern="1200" dirty="0">
                  <a:latin typeface="Abadi MT Condensed Light" panose="020B0306030101010103" pitchFamily="34" charset="77"/>
                </a:endParaRP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683E3EC-CF23-E917-B0B9-6EED93ACD298}"/>
                </a:ext>
              </a:extLst>
            </p:cNvPr>
            <p:cNvGrpSpPr/>
            <p:nvPr/>
          </p:nvGrpSpPr>
          <p:grpSpPr>
            <a:xfrm>
              <a:off x="750000" y="2672895"/>
              <a:ext cx="10692000" cy="775491"/>
              <a:chOff x="0" y="791895"/>
              <a:chExt cx="10692000" cy="775491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435921-42AA-A8FE-1575-3124F4466A5E}"/>
                  </a:ext>
                </a:extLst>
              </p:cNvPr>
              <p:cNvSpPr/>
              <p:nvPr/>
            </p:nvSpPr>
            <p:spPr>
              <a:xfrm>
                <a:off x="0" y="791895"/>
                <a:ext cx="10692000" cy="775491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GR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7C1E78C9-CBAC-4CBD-62F8-CBB1EFB4154F}"/>
                  </a:ext>
                </a:extLst>
              </p:cNvPr>
              <p:cNvSpPr txBox="1"/>
              <p:nvPr/>
            </p:nvSpPr>
            <p:spPr>
              <a:xfrm>
                <a:off x="0" y="791895"/>
                <a:ext cx="10692000" cy="77549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39471" tIns="30480" rIns="170688" bIns="30480" numCol="1" spcCol="1270" anchor="t" anchorCtr="0">
                <a:noAutofit/>
              </a:bodyPr>
              <a:lstStyle/>
              <a:p>
                <a:pPr marL="228600" lvl="1" indent="-22860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Char char="•"/>
                </a:pPr>
                <a:r>
                  <a:rPr lang="en-GB" sz="2400" i="0" kern="1200" dirty="0">
                    <a:latin typeface="Abadi MT Condensed Light" panose="020B0306030101010103" pitchFamily="34" charset="77"/>
                  </a:rPr>
                  <a:t>Lack of Realistic Relationships: </a:t>
                </a:r>
                <a:r>
                  <a:rPr lang="en-GB" sz="2000" i="0" kern="1200" dirty="0">
                    <a:latin typeface="Abadi MT Condensed Light" panose="020B0306030101010103" pitchFamily="34" charset="77"/>
                  </a:rPr>
                  <a:t>Features may not have meaningful correlations with the target.</a:t>
                </a:r>
                <a:endParaRPr lang="en-GR" sz="2700" i="0" kern="1200" dirty="0">
                  <a:latin typeface="Abadi MT Condensed Light" panose="020B0306030101010103" pitchFamily="34" charset="77"/>
                </a:endParaRPr>
              </a:p>
              <a:p>
                <a:pPr marL="228600" lvl="1" indent="-22860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Char char="•"/>
                </a:pPr>
                <a:r>
                  <a:rPr lang="en-GB" sz="2400" i="0" kern="1200" dirty="0">
                    <a:latin typeface="Abadi MT Condensed Light" panose="020B0306030101010103" pitchFamily="34" charset="77"/>
                  </a:rPr>
                  <a:t>Randomness:</a:t>
                </a:r>
                <a:r>
                  <a:rPr lang="en-GB" sz="2700" i="0" kern="1200" dirty="0">
                    <a:latin typeface="Abadi MT Condensed Light" panose="020B0306030101010103" pitchFamily="34" charset="77"/>
                  </a:rPr>
                  <a:t> </a:t>
                </a:r>
                <a:r>
                  <a:rPr lang="en-GB" sz="2000" i="0" kern="1200" dirty="0">
                    <a:latin typeface="Abadi MT Condensed Light" panose="020B0306030101010103" pitchFamily="34" charset="77"/>
                  </a:rPr>
                  <a:t>Possible random assignment of values reducing model effectiveness.</a:t>
                </a:r>
                <a:endParaRPr lang="en-GR" sz="2700" i="0" kern="1200" dirty="0">
                  <a:latin typeface="Abadi MT Condensed Light" panose="020B0306030101010103" pitchFamily="34" charset="77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CB7F357-EB65-7826-ACD2-D5FCA88705B5}"/>
              </a:ext>
            </a:extLst>
          </p:cNvPr>
          <p:cNvGrpSpPr/>
          <p:nvPr/>
        </p:nvGrpSpPr>
        <p:grpSpPr>
          <a:xfrm>
            <a:off x="730742" y="4005932"/>
            <a:ext cx="10730515" cy="1551826"/>
            <a:chOff x="769257" y="3816746"/>
            <a:chExt cx="10730515" cy="1551826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4E899CD-72BC-363C-198E-21DBCB9FC122}"/>
                </a:ext>
              </a:extLst>
            </p:cNvPr>
            <p:cNvGrpSpPr/>
            <p:nvPr/>
          </p:nvGrpSpPr>
          <p:grpSpPr>
            <a:xfrm>
              <a:off x="788515" y="3816746"/>
              <a:ext cx="10692000" cy="788978"/>
              <a:chOff x="0" y="1567387"/>
              <a:chExt cx="10692000" cy="788978"/>
            </a:xfrm>
          </p:grpSpPr>
          <p:sp>
            <p:nvSpPr>
              <p:cNvPr id="13" name="Rounded Rectangle 12">
                <a:extLst>
                  <a:ext uri="{FF2B5EF4-FFF2-40B4-BE49-F238E27FC236}">
                    <a16:creationId xmlns:a16="http://schemas.microsoft.com/office/drawing/2014/main" id="{9A8A0AA5-5B99-80A2-076F-FF8B74E5FEA6}"/>
                  </a:ext>
                </a:extLst>
              </p:cNvPr>
              <p:cNvSpPr/>
              <p:nvPr/>
            </p:nvSpPr>
            <p:spPr>
              <a:xfrm>
                <a:off x="0" y="1567387"/>
                <a:ext cx="10692000" cy="788978"/>
              </a:xfrm>
              <a:prstGeom prst="round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2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2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R"/>
              </a:p>
            </p:txBody>
          </p:sp>
          <p:sp>
            <p:nvSpPr>
              <p:cNvPr id="14" name="Rounded Rectangle 8">
                <a:extLst>
                  <a:ext uri="{FF2B5EF4-FFF2-40B4-BE49-F238E27FC236}">
                    <a16:creationId xmlns:a16="http://schemas.microsoft.com/office/drawing/2014/main" id="{2045D9CB-9E87-9CE3-0766-AA11A8CCDFB7}"/>
                  </a:ext>
                </a:extLst>
              </p:cNvPr>
              <p:cNvSpPr txBox="1"/>
              <p:nvPr/>
            </p:nvSpPr>
            <p:spPr>
              <a:xfrm>
                <a:off x="38515" y="1605902"/>
                <a:ext cx="10614970" cy="711948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37160" tIns="137160" rIns="137160" bIns="137160" numCol="1" spcCol="1270" anchor="ctr" anchorCtr="0">
                <a:noAutofit/>
              </a:bodyPr>
              <a:lstStyle/>
              <a:p>
                <a:pPr marL="0" lvl="0" indent="0" algn="l" defTabSz="1600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3600" b="0" i="0" kern="1200" dirty="0">
                    <a:latin typeface="Abadi MT Condensed Light" panose="020B0306030101010103" pitchFamily="34" charset="77"/>
                  </a:rPr>
                  <a:t>Model Limitations:</a:t>
                </a:r>
                <a:endParaRPr lang="en-GR" sz="3600" b="0" i="0" kern="1200" dirty="0">
                  <a:latin typeface="Abadi MT Condensed Light" panose="020B0306030101010103" pitchFamily="34" charset="77"/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D86FC1B-3995-B7DD-4963-8F717511B8C4}"/>
                </a:ext>
              </a:extLst>
            </p:cNvPr>
            <p:cNvGrpSpPr/>
            <p:nvPr/>
          </p:nvGrpSpPr>
          <p:grpSpPr>
            <a:xfrm>
              <a:off x="769257" y="4211235"/>
              <a:ext cx="10730515" cy="1157337"/>
              <a:chOff x="-38515" y="2356366"/>
              <a:chExt cx="10730515" cy="1157337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23547F1D-6E30-46F2-05EF-EBB6948DCDD7}"/>
                  </a:ext>
                </a:extLst>
              </p:cNvPr>
              <p:cNvSpPr/>
              <p:nvPr/>
            </p:nvSpPr>
            <p:spPr>
              <a:xfrm>
                <a:off x="0" y="2356366"/>
                <a:ext cx="10692000" cy="736717"/>
              </a:xfrm>
              <a:prstGeom prst="rect">
                <a:avLst/>
              </a:pr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en-GR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F8A7570-A0C5-C7EB-7A01-BC968B6A73A0}"/>
                  </a:ext>
                </a:extLst>
              </p:cNvPr>
              <p:cNvSpPr txBox="1"/>
              <p:nvPr/>
            </p:nvSpPr>
            <p:spPr>
              <a:xfrm>
                <a:off x="-38515" y="2776986"/>
                <a:ext cx="10692000" cy="736717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339471" tIns="30480" rIns="170688" bIns="30480" numCol="1" spcCol="1270" anchor="t" anchorCtr="0">
                <a:noAutofit/>
              </a:bodyPr>
              <a:lstStyle/>
              <a:p>
                <a:pPr marL="228600" lvl="1" indent="-22860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Char char="•"/>
                </a:pPr>
                <a:r>
                  <a:rPr lang="en-GB" sz="2400" i="0" kern="1200" dirty="0">
                    <a:latin typeface="Abadi MT Condensed Light" panose="020B0306030101010103" pitchFamily="34" charset="77"/>
                  </a:rPr>
                  <a:t>Feature Independence: </a:t>
                </a:r>
                <a:r>
                  <a:rPr lang="en-GB" sz="2000" i="0" kern="1200" dirty="0">
                    <a:latin typeface="Abadi MT Condensed Light" panose="020B0306030101010103" pitchFamily="34" charset="77"/>
                  </a:rPr>
                  <a:t>Low correlations make pattern recognition difficult.</a:t>
                </a:r>
                <a:endParaRPr lang="en-GR" sz="2000" i="0" kern="1200" dirty="0">
                  <a:latin typeface="Abadi MT Condensed Light" panose="020B0306030101010103" pitchFamily="34" charset="77"/>
                </a:endParaRPr>
              </a:p>
              <a:p>
                <a:pPr marL="228600" lvl="1" indent="-228600" algn="l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20000"/>
                  </a:spcAft>
                  <a:buChar char="•"/>
                </a:pPr>
                <a:r>
                  <a:rPr lang="en-GB" sz="2400" i="0" kern="1200" dirty="0">
                    <a:latin typeface="Abadi MT Condensed Light" panose="020B0306030101010103" pitchFamily="34" charset="77"/>
                  </a:rPr>
                  <a:t>Data Quality: </a:t>
                </a:r>
                <a:r>
                  <a:rPr lang="en-GB" sz="2000" i="0" kern="1200" dirty="0">
                    <a:latin typeface="Abadi MT Condensed Light" panose="020B0306030101010103" pitchFamily="34" charset="77"/>
                  </a:rPr>
                  <a:t>Absence of essential predictive features.</a:t>
                </a:r>
                <a:endParaRPr lang="en-GR" sz="3000" i="0" kern="1200" dirty="0">
                  <a:latin typeface="Abadi MT Condensed Light" panose="020B0306030101010103" pitchFamily="34" charset="77"/>
                </a:endParaRPr>
              </a:p>
            </p:txBody>
          </p:sp>
        </p:grp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1AA1F8-98D8-1FB9-B150-7315CA43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9492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72FAF-616C-E20C-1A06-28D314D3B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840828"/>
          </a:xfrm>
        </p:spPr>
        <p:txBody>
          <a:bodyPr/>
          <a:lstStyle/>
          <a:p>
            <a:r>
              <a:rPr lang="en-GR" dirty="0"/>
              <a:t>Conclusions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3BD9D9-B99C-B845-DDAB-D0201203C9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27353"/>
              </p:ext>
            </p:extLst>
          </p:nvPr>
        </p:nvGraphicFramePr>
        <p:xfrm>
          <a:off x="700635" y="1912883"/>
          <a:ext cx="10691265" cy="40490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A4631-A2FB-7D8B-5CE2-54C8436CB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7407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899EBD5-ED24-E8C2-F4DE-DB92419CF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2D4CC-06DC-7C3D-C051-4AD5E2D5C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56991" y="545235"/>
            <a:ext cx="7144817" cy="3720070"/>
          </a:xfrm>
        </p:spPr>
        <p:txBody>
          <a:bodyPr>
            <a:normAutofit/>
          </a:bodyPr>
          <a:lstStyle/>
          <a:p>
            <a:r>
              <a:rPr lang="en-GR" sz="7200"/>
              <a:t>Thank you for your time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438CD3FD-D7F9-CBCC-F480-5143616BA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6992" y="5385367"/>
            <a:ext cx="7076670" cy="826366"/>
          </a:xfrm>
        </p:spPr>
        <p:txBody>
          <a:bodyPr anchor="t">
            <a:normAutofit/>
          </a:bodyPr>
          <a:lstStyle/>
          <a:p>
            <a:endParaRPr lang="en-GR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12C8322-DE75-9D80-9A42-9F4652A87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452835" y="494377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5800114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DB40A23-4990-A44A-B0C1-64B0E0752846}">
  <we:reference id="wa200005566" version="3.0.0.2" store="en-GB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227</TotalTime>
  <Words>607</Words>
  <Application>Microsoft Macintosh PowerPoint</Application>
  <PresentationFormat>Widescreen</PresentationFormat>
  <Paragraphs>132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.SF NS</vt:lpstr>
      <vt:lpstr>Abadi MT Condensed Extra Bold</vt:lpstr>
      <vt:lpstr>Abadi MT Condensed Light</vt:lpstr>
      <vt:lpstr>Aptos</vt:lpstr>
      <vt:lpstr>Arial</vt:lpstr>
      <vt:lpstr>Calisto MT</vt:lpstr>
      <vt:lpstr>Helvetica</vt:lpstr>
      <vt:lpstr>Univers Condensed</vt:lpstr>
      <vt:lpstr>ChronicleVTI</vt:lpstr>
      <vt:lpstr>Analysis of Household Income Using Regression Techniques on Synthetic Data</vt:lpstr>
      <vt:lpstr>Agenda</vt:lpstr>
      <vt:lpstr>Project objectives</vt:lpstr>
      <vt:lpstr>Data Overview</vt:lpstr>
      <vt:lpstr>Exploratory data analysis</vt:lpstr>
      <vt:lpstr>Numerical fEATURES</vt:lpstr>
      <vt:lpstr>Categorical fEATURES</vt:lpstr>
      <vt:lpstr>Modeling</vt:lpstr>
      <vt:lpstr>Modeling Approach</vt:lpstr>
      <vt:lpstr>Hyperparameter Tuning and Cross-Validation </vt:lpstr>
      <vt:lpstr>Results &amp; Findings</vt:lpstr>
      <vt:lpstr>Model Results</vt:lpstr>
      <vt:lpstr>Model Interpretability – Shap Analysis </vt:lpstr>
      <vt:lpstr>Challenges and Limitations </vt:lpstr>
      <vt:lpstr>Conclusions</vt:lpstr>
      <vt:lpstr>Thank you for your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Kyriakos Papadopoulos</dc:creator>
  <cp:lastModifiedBy>Kyriakos Papadopoulos</cp:lastModifiedBy>
  <cp:revision>5</cp:revision>
  <dcterms:created xsi:type="dcterms:W3CDTF">2024-10-19T10:09:54Z</dcterms:created>
  <dcterms:modified xsi:type="dcterms:W3CDTF">2024-10-19T14:19:05Z</dcterms:modified>
</cp:coreProperties>
</file>